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8" r:id="rId11"/>
    <p:sldId id="269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" dt="2026-10-05T14:36:02.888"/>
    <p1510:client id="{32B55ADA-33AD-8ED8-6937-23F93324F0B6}" v="1" dt="2026-10-06T01:58:21.5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your idea title, reference number, theme and category clearly. This is the only slide where your identity belongs, along with the team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about a minute here. A concrete, numbered problem statement is the single strongest opening.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plain sentence first. Then the detail. Then who it is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Ideas that already exist are avoided by the scheme. Show clearly what is genuinely yours.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committee through the diagram left to right. Point out where your innovation sits.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complexity. A clear-eyed view of risk reads as competence, not weakness.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a real first customer if you have one. Letters of interest are worth showing.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TRL honestly. TRL 2-5 is the sweet spot for this scheme.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 your numbers. "How exactly will you spend ten lakh" is the most common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have no mentor yet that is fine. SIBIC appoints one from our 26-member advisory panel on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ask. Leave a clean five minutes for the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48640" y="1699989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60" dirty="0">
                <a:solidFill>
                  <a:srgbClr val="2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Engineering Phaltan HACKATHON 2k26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914400" y="21031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Title of your proposed idea]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914400" y="3127248"/>
            <a:ext cx="10332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48640" y="370332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3840480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2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REFERENCE NO.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31520" y="4114800"/>
            <a:ext cx="2249424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26INC06MH0…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401568" y="370332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584448" y="3840480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2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584448" y="4114800"/>
            <a:ext cx="2249424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six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54496" y="370332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37376" y="3840480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2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NAME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437376" y="4114800"/>
            <a:ext cx="2249424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full name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9107424" y="370332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290304" y="3840480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2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9290304" y="4114800"/>
            <a:ext cx="2249424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600"/>
              </a:lnSpc>
            </a:pPr>
            <a:r>
              <a:rPr lang="en-US" sz="130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College of Engineering Phaltan/ Other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48640" y="5486400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the  College of Engineering, Phaltan  Evaluation Committee  ·  October 2026</a:t>
            </a:r>
            <a:endParaRPr lang="en-US" sz="12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853A742-AE43-AB93-5DD0-6E568EB1D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6464" y="467581"/>
            <a:ext cx="1225296" cy="12252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OF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you are solving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" y="1499616"/>
            <a:ext cx="3712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80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COMMITTEE WANTS TO HEAR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49808" y="1792224"/>
            <a:ext cx="3712464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specific problem does your idea address?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suffers from it, and how many of them are there?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problem cost them today — in rupees, time, energy or effort?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it being handled at present, and why is that not good enough?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892040" y="1371600"/>
            <a:ext cx="67208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11496" y="1536192"/>
            <a:ext cx="628192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problem statement here.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specific. "Small foundries in Kolhapur lose 18% of their power bill to idle furnace time" lands far better than "energy wastage is a big problem in industry".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number if you have one.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111496" y="4608576"/>
            <a:ext cx="6281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limit: 500 characters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51389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the problem, not the technology. Our experts must feel the problem before they can judge your solution.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Problem Being Addressed  ·  matches the COE Phaltan application form</a:t>
            </a:r>
            <a:endParaRPr lang="en-US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6BA231B-CCB0-8B90-99FC-1642F3B32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5424" y="157568"/>
            <a:ext cx="1093967" cy="10939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solution — concept and objective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68580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1536192"/>
            <a:ext cx="641908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you are building and what it will do.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plain sentence a non-specialist would understand, then add the detail.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clearly what the objective is — what will exist at the end of this project that does not exist today?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68096" y="4608576"/>
            <a:ext cx="6419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field: Concept &amp; Objective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35240" y="1371600"/>
            <a:ext cx="3995928" cy="1691640"/>
          </a:xfrm>
          <a:prstGeom prst="roundRect">
            <a:avLst>
              <a:gd name="adj" fmla="val 4324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36408" y="1499616"/>
            <a:ext cx="3593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80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ANSWER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836408" y="1792224"/>
            <a:ext cx="3593592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it for?  (300 characters)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it do?  (300 characters)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635240" y="3246120"/>
            <a:ext cx="3995928" cy="1691640"/>
          </a:xfrm>
          <a:prstGeom prst="roundRect">
            <a:avLst>
              <a:gd name="adj" fmla="val 4324"/>
            </a:avLst>
          </a:prstGeom>
          <a:solidFill>
            <a:srgbClr val="FFF6E8"/>
          </a:solidFill>
          <a:ln w="12700">
            <a:solidFill>
              <a:srgbClr val="FFF6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36408" y="3374136"/>
            <a:ext cx="3593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80" dirty="0">
                <a:solidFill>
                  <a:srgbClr val="9A6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IDEA CAME TO YOU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836408" y="3666744"/>
            <a:ext cx="3593592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see or experience that led to this idea?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honest story works well here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&amp; Objective  ·  Who is it for  ·  What will it do  ·  Background for getting the idea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DEEDE27-62AA-05BC-97EF-FCA86AAA5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5424" y="157568"/>
            <a:ext cx="1093967" cy="10939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new about it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298448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slide that decides your novelty score. Twenty of the hundred marks sit here.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4864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" y="1901952"/>
            <a:ext cx="504748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newness and uniqueness of your innovation.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question our reviewers actually ask: what is the real technical advancement or improvement your solution provides?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68096" y="4608576"/>
            <a:ext cx="5047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limit: 750 characters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83096" y="1901952"/>
            <a:ext cx="491032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a new concept? What prior art exists on it, if any?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83096" y="2871216"/>
            <a:ext cx="4910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characters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63640" y="338328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64808" y="3511296"/>
            <a:ext cx="4946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80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READY FOR THIS QUESTION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464808" y="3803904"/>
            <a:ext cx="4946904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exists in the market today, and why is yours different?"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an existing product and stating your difference is a strength, not a weakness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Newness / uniqueness  ·  Summary of the idea  ·  Is it a new concept  ·  Prior art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557DAF7-0197-9668-8F1E-DC84DB469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5424" y="157568"/>
            <a:ext cx="1093967" cy="10939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diagram or flow chart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786384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9050">
            <a:solidFill>
              <a:srgbClr val="D5DE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29718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block diagram, flow chart or circuit diagram here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641080" y="1325880"/>
            <a:ext cx="2990088" cy="1920240"/>
          </a:xfrm>
          <a:prstGeom prst="roundRect">
            <a:avLst>
              <a:gd name="adj" fmla="val 4762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42248" y="1463040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80" dirty="0">
                <a:solidFill>
                  <a:srgbClr val="B2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IDENTITY-FREE SLIDE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842248" y="1773936"/>
            <a:ext cx="258775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company name, brand name, logo, phone, email, website or address anywhere in this diagram. The Ministry rejects submissions that reveal identity here.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41080" y="3383280"/>
            <a:ext cx="2990088" cy="1920240"/>
          </a:xfrm>
          <a:prstGeom prst="roundRect">
            <a:avLst>
              <a:gd name="adj" fmla="val 3810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42248" y="3511296"/>
            <a:ext cx="2587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80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DIAGRAM SHOWS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842248" y="3803904"/>
            <a:ext cx="2587752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and outputs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blocks or stages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your innovation sits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 non-specialist can read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same diagram is uploaded to the COE Phaltan  portal — keep it clean and identity-free from the start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7590A86-703C-2299-6950-295592457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5424" y="157568"/>
            <a:ext cx="1093967" cy="10939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made and how it is used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68580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1536192"/>
            <a:ext cx="641908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you actually build it and how it is used once built.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make, assemble or fabricate it? What are the main components or steps? Once it exists, who uses it and how?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reviewers ask: how does the technical innovation actually work, step by step?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68096" y="4608576"/>
            <a:ext cx="6419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limit: 500 characters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35240" y="1371600"/>
            <a:ext cx="3995928" cy="1737360"/>
          </a:xfrm>
          <a:prstGeom prst="roundRect">
            <a:avLst>
              <a:gd name="adj" fmla="val 4211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36408" y="1499616"/>
            <a:ext cx="3593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80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FEATURES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836408" y="1792224"/>
            <a:ext cx="359359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two or three features nobody else offers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plainly what each one does for the user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635240" y="3291840"/>
            <a:ext cx="3995928" cy="1645920"/>
          </a:xfrm>
          <a:prstGeom prst="roundRect">
            <a:avLst>
              <a:gd name="adj" fmla="val 4444"/>
            </a:avLst>
          </a:prstGeom>
          <a:solidFill>
            <a:srgbClr val="FFF6E8"/>
          </a:solidFill>
          <a:ln w="12700">
            <a:solidFill>
              <a:srgbClr val="FFF6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36408" y="3419856"/>
            <a:ext cx="3593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80" dirty="0">
                <a:solidFill>
                  <a:srgbClr val="9A6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AND RISK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836408" y="3712464"/>
            <a:ext cx="35935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simple or complex is this to build?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wrong, and what is your plan for it?  (500 characters)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this project made and used  ·  Unique features  ·  Complexity and risk factors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10866C9-DB5D-77A2-C10C-05124B3E5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5424" y="157568"/>
            <a:ext cx="1093967" cy="10939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will be used, and the market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60833" y="137160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1536192"/>
            <a:ext cx="500176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industries or markets will use this?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sectors and the type of user. Be specific about the first customer you would go after.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68096" y="4608576"/>
            <a:ext cx="5001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field: Potential areas of application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90488" y="137160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9944" y="1536192"/>
            <a:ext cx="500176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market potential?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potential users, at roughly what price, and why would they switch to yours? A rough, honest estimate with your reasoning beats a large number with none.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09944" y="4608576"/>
            <a:ext cx="5001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field: Market potential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areas of application in industry / market  ·  Market potential of the idea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75CE66C-E91C-2DBE-33F4-3C027E2F8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5424" y="157568"/>
            <a:ext cx="1093967" cy="10939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are today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5852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1536192"/>
            <a:ext cx="541324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current development status of your innovation?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on paper, design done, part-built, tested sample — say exactly where you are.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68096" y="3191256"/>
            <a:ext cx="5413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characters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3703320"/>
            <a:ext cx="5852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" y="3867912"/>
            <a:ext cx="54132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soon can it be put into operation? State the TRL of your prototype.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68096" y="4608576"/>
            <a:ext cx="5413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characters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629400" y="1371600"/>
            <a:ext cx="5001768" cy="1600200"/>
          </a:xfrm>
          <a:prstGeom prst="roundRect">
            <a:avLst>
              <a:gd name="adj" fmla="val 4571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30568" y="1499616"/>
            <a:ext cx="4599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80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COMPLETION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830568" y="1792224"/>
            <a:ext cx="4599432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from sanction to a working prototype?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month-wise plan if you have one  (500 characters)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629400" y="3154680"/>
            <a:ext cx="5001768" cy="1783080"/>
          </a:xfrm>
          <a:prstGeom prst="roundRect">
            <a:avLst>
              <a:gd name="adj" fmla="val 4103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30568" y="3282696"/>
            <a:ext cx="4599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80" dirty="0">
                <a:solidFill>
                  <a:srgbClr val="B2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830568" y="3575304"/>
            <a:ext cx="4599432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scheme funds development, not work already finished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prototype is already fully built, the idea is avoided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accurate — overstating status can cost you the idea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development status  ·  TRL  ·  Expected time of completion</a:t>
            </a:r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EEF3E5B-1568-C633-AB5B-ED157D26D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5424" y="157568"/>
            <a:ext cx="1093967" cy="10939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OF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will cost, and your IP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29844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— up to ₹15 lakh per idea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400800" cy="194056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Ceiling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ask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— machine usage, electricity, raw material, testing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₹10.00 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____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Mentor / handholding support team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₹3.00 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____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 and other essential items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₹2.00 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____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project 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₹15.00 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____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794760"/>
            <a:ext cx="6400800" cy="1188720"/>
          </a:xfrm>
          <a:prstGeom prst="roundRect">
            <a:avLst>
              <a:gd name="adj" fmla="val 6154"/>
            </a:avLst>
          </a:prstGeom>
          <a:solidFill>
            <a:srgbClr val="EAF4EA"/>
          </a:solidFill>
          <a:ln w="12700">
            <a:solidFill>
              <a:srgbClr val="EAF4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49808" y="3922776"/>
            <a:ext cx="5998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80" dirty="0">
                <a:solidFill>
                  <a:srgbClr val="1E6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CONTRIBUTION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749808" y="4215384"/>
            <a:ext cx="59984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contribute nothing — 100% is the government grant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Phaltan / Entrepreneur / Other contribute 15%; the grant covers 85%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178040" y="1371600"/>
            <a:ext cx="445312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6" name="Text 7"/>
          <p:cNvSpPr/>
          <p:nvPr/>
        </p:nvSpPr>
        <p:spPr>
          <a:xfrm>
            <a:off x="7397496" y="1536192"/>
            <a:ext cx="4014216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idea use any existing intellectual property? Give brief details.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7397496" y="3191256"/>
            <a:ext cx="4014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 characters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178040" y="3703320"/>
            <a:ext cx="445312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397496" y="3867912"/>
            <a:ext cx="401421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you protect your idea? Status of IPR, if any.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7397496" y="4654296"/>
            <a:ext cx="4014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characters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project cost  ·  GOI assistance  ·  Incubatee share  ·  IP status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C3B1D31-999B-01DF-7986-341A3EDD4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5424" y="157568"/>
            <a:ext cx="1093967" cy="10939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1BE459-21C1-4680-C44A-784BD20D9F0C}"/>
              </a:ext>
            </a:extLst>
          </p:cNvPr>
          <p:cNvSpPr txBox="1"/>
          <p:nvPr/>
        </p:nvSpPr>
        <p:spPr>
          <a:xfrm>
            <a:off x="2361537" y="1009817"/>
            <a:ext cx="67804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Impact &amp; Benefits]</a:t>
            </a:r>
            <a:endParaRPr lang="en-US" sz="36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6DA2DBFF-FE90-A086-FED4-53C319B0237B}"/>
              </a:ext>
            </a:extLst>
          </p:cNvPr>
          <p:cNvSpPr/>
          <p:nvPr/>
        </p:nvSpPr>
        <p:spPr>
          <a:xfrm>
            <a:off x="560833" y="1997764"/>
            <a:ext cx="5219766" cy="3844455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  <p:txBody>
          <a:bodyPr/>
          <a:lstStyle/>
          <a:p>
            <a:r>
              <a:rPr lang="en-US" dirty="0"/>
              <a:t>Potential Impact on target audience </a:t>
            </a:r>
            <a:endParaRPr lang="en-IN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F4B423E4-4370-0FB7-C606-C29888206C9B}"/>
              </a:ext>
            </a:extLst>
          </p:cNvPr>
          <p:cNvSpPr/>
          <p:nvPr/>
        </p:nvSpPr>
        <p:spPr>
          <a:xfrm>
            <a:off x="5987332" y="2003727"/>
            <a:ext cx="5219766" cy="3844455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  <p:txBody>
          <a:bodyPr/>
          <a:lstStyle/>
          <a:p>
            <a:r>
              <a:rPr lang="en-US" dirty="0"/>
              <a:t>Benefits of solution ( Social, Economic , Environmental, </a:t>
            </a:r>
            <a:r>
              <a:rPr lang="en-US" dirty="0" err="1"/>
              <a:t>etc</a:t>
            </a:r>
            <a:r>
              <a:rPr lang="en-US" dirty="0"/>
              <a:t> 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6606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FD69BC-D13D-AEB8-75EC-B689AAE03B79}"/>
              </a:ext>
            </a:extLst>
          </p:cNvPr>
          <p:cNvSpPr txBox="1"/>
          <p:nvPr/>
        </p:nvSpPr>
        <p:spPr>
          <a:xfrm>
            <a:off x="2409245" y="715617"/>
            <a:ext cx="67327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Research &amp; References]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62E366-8FF3-E09E-BECF-949AE110325D}"/>
              </a:ext>
            </a:extLst>
          </p:cNvPr>
          <p:cNvSpPr txBox="1"/>
          <p:nvPr/>
        </p:nvSpPr>
        <p:spPr>
          <a:xfrm>
            <a:off x="1049571" y="3395207"/>
            <a:ext cx="6732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Details / Links of the reference &amp; research work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7689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OF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and your mentor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1536192"/>
            <a:ext cx="500176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else is working on this with you?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each student or entrepreneur associated with the idea. You will need their Aadhaar number for the portal, so start collecting them now.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state your own category — Student, COE Phaltan or Other — and your social category (SC / ST / OBC / General).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68096" y="4608576"/>
            <a:ext cx="5001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field: Associated members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90488" y="137160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9944" y="1536192"/>
            <a:ext cx="500176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your mentor?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qualification, experience and contact details. The portal asks for about 500 words on your mentor.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mentor cannot be you. If you do not have one yet, say so — SIBIC will appoint a qualified mentor from our advisory panel if your idea is approved.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09944" y="4608576"/>
            <a:ext cx="5001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field: Mentor details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Associated students / entrepreneurs with Aadhaar  ·  Incubatee category  ·  Mentor name, qualification, experience, contact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4DDD11-757F-8D0E-46CD-143A857E8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5424" y="157568"/>
            <a:ext cx="1093967" cy="109396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OF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idea deserves support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538728" cy="2377440"/>
          </a:xfrm>
          <a:prstGeom prst="roundRect">
            <a:avLst>
              <a:gd name="adj" fmla="val 3846"/>
            </a:avLst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600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77240" y="2103120"/>
            <a:ext cx="3081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one-line pitch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450592"/>
            <a:ext cx="30815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single sentence, what is your idea and who does it help?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1417320"/>
            <a:ext cx="3538728" cy="2377440"/>
          </a:xfrm>
          <a:prstGeom prst="roundRect">
            <a:avLst>
              <a:gd name="adj" fmla="val 3846"/>
            </a:avLst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44568" y="1600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544568" y="2103120"/>
            <a:ext cx="3081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proof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44568" y="2450592"/>
            <a:ext cx="30815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best evidence — a test result, a customer, a saving, a working part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083296" y="1417320"/>
            <a:ext cx="3538728" cy="2377440"/>
          </a:xfrm>
          <a:prstGeom prst="roundRect">
            <a:avLst>
              <a:gd name="adj" fmla="val 3846"/>
            </a:avLst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11896" y="1600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311896" y="2103120"/>
            <a:ext cx="3081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need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311896" y="2450592"/>
            <a:ext cx="30815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₹15 lakh unlocks, and what will exist twelve months from now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4023360"/>
            <a:ext cx="11082528" cy="1371600"/>
          </a:xfrm>
          <a:prstGeom prst="roundRect">
            <a:avLst>
              <a:gd name="adj" fmla="val 5333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4151376"/>
            <a:ext cx="10680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80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WITH THIS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49808" y="4443984"/>
            <a:ext cx="10680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the committee, restate the problem in one line, and say plainly what you will build with the support.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stop and take questions. Leaving time for questions is better than filling every second.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Phaltan Idea Hackathon 2k26  </a:t>
            </a:r>
            <a:endParaRPr lang="en-US" sz="1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5F3F14D-1E32-A5E5-99D2-B9A77C166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5424" y="157568"/>
            <a:ext cx="1093967" cy="10939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1825</Words>
  <Application>Microsoft Office PowerPoint</Application>
  <PresentationFormat>Widescreen</PresentationFormat>
  <Paragraphs>206</Paragraphs>
  <Slides>13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MSME Idea Hackathon 6.0 - Round 1 Presentation Template</dc:title>
  <dc:subject>PptxGenJS Presentation</dc:subject>
  <dc:creator>SIBIC</dc:creator>
  <cp:lastModifiedBy>Kiran Samgir</cp:lastModifiedBy>
  <cp:revision>11</cp:revision>
  <dcterms:created xsi:type="dcterms:W3CDTF">2026-07-31T11:11:30Z</dcterms:created>
  <dcterms:modified xsi:type="dcterms:W3CDTF">2026-10-08T16:00:21Z</dcterms:modified>
</cp:coreProperties>
</file>