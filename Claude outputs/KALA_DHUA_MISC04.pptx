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Reports</c:v>
                </c:pt>
              </c:strCache>
            </c:strRef>
          </c:tx>
          <c:dPt>
            <c:idx val="0"/>
            <c:bubble3D val="0"/>
            <c:spPr>
              <a:solidFill>
                <a:srgbClr val="2E7D32"/>
              </a:solidFill>
            </c:spPr>
            <c:extLst>
              <c:ext xmlns:c16="http://schemas.microsoft.com/office/drawing/2014/chart" uri="{C3380CC4-5D6E-409C-BE32-E72D297353CC}">
                <c16:uniqueId val="{00000001-21DF-48D4-B784-FA8FB5375C79}"/>
              </c:ext>
            </c:extLst>
          </c:dPt>
          <c:dPt>
            <c:idx val="1"/>
            <c:bubble3D val="0"/>
            <c:spPr>
              <a:solidFill>
                <a:srgbClr val="E8A33D"/>
              </a:solidFill>
            </c:spPr>
            <c:extLst>
              <c:ext xmlns:c16="http://schemas.microsoft.com/office/drawing/2014/chart" uri="{C3380CC4-5D6E-409C-BE32-E72D297353CC}">
                <c16:uniqueId val="{00000003-21DF-48D4-B784-FA8FB5375C79}"/>
              </c:ext>
            </c:extLst>
          </c:dPt>
          <c:dPt>
            <c:idx val="2"/>
            <c:bubble3D val="0"/>
            <c:spPr>
              <a:solidFill>
                <a:srgbClr val="A31111"/>
              </a:solidFill>
            </c:spPr>
            <c:extLst>
              <c:ext xmlns:c16="http://schemas.microsoft.com/office/drawing/2014/chart" uri="{C3380CC4-5D6E-409C-BE32-E72D297353CC}">
                <c16:uniqueId val="{00000005-21DF-48D4-B784-FA8FB5375C79}"/>
              </c:ext>
            </c:extLst>
          </c:dPt>
          <c:cat>
            <c:strRef>
              <c:f>Sheet1!$A$2:$A$4</c:f>
              <c:strCache>
                <c:ptCount val="3"/>
                <c:pt idx="0">
                  <c:v>Auto-confirmed</c:v>
                </c:pt>
                <c:pt idx="1">
                  <c:v>Needs corroboration</c:v>
                </c:pt>
                <c:pt idx="2">
                  <c:v>Quarantined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</c:v>
                </c:pt>
                <c:pt idx="1">
                  <c:v>266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1DF-48D4-B784-FA8FB5375C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421429"/>
            <a:ext cx="2008505" cy="2865755"/>
          </a:xfrm>
          <a:custGeom>
            <a:avLst/>
            <a:gdLst/>
            <a:ahLst/>
            <a:cxnLst/>
            <a:rect l="l" t="t" r="r" b="b"/>
            <a:pathLst>
              <a:path w="2008505" h="2865754">
                <a:moveTo>
                  <a:pt x="189424" y="606246"/>
                </a:moveTo>
                <a:lnTo>
                  <a:pt x="153407" y="606246"/>
                </a:lnTo>
                <a:lnTo>
                  <a:pt x="153407" y="15620"/>
                </a:lnTo>
                <a:lnTo>
                  <a:pt x="169027" y="0"/>
                </a:lnTo>
                <a:lnTo>
                  <a:pt x="173803" y="0"/>
                </a:lnTo>
                <a:lnTo>
                  <a:pt x="189424" y="606246"/>
                </a:lnTo>
                <a:close/>
              </a:path>
              <a:path w="2008505" h="2865754">
                <a:moveTo>
                  <a:pt x="795670" y="606246"/>
                </a:moveTo>
                <a:lnTo>
                  <a:pt x="759653" y="606246"/>
                </a:lnTo>
                <a:lnTo>
                  <a:pt x="759653" y="15620"/>
                </a:lnTo>
                <a:lnTo>
                  <a:pt x="775273" y="0"/>
                </a:lnTo>
                <a:lnTo>
                  <a:pt x="780049" y="0"/>
                </a:lnTo>
                <a:lnTo>
                  <a:pt x="795670" y="606246"/>
                </a:lnTo>
                <a:close/>
              </a:path>
              <a:path w="2008505" h="2865754">
                <a:moveTo>
                  <a:pt x="1402006" y="606246"/>
                </a:moveTo>
                <a:lnTo>
                  <a:pt x="1365990" y="606246"/>
                </a:lnTo>
                <a:lnTo>
                  <a:pt x="1365990" y="15620"/>
                </a:lnTo>
                <a:lnTo>
                  <a:pt x="1381610" y="0"/>
                </a:lnTo>
                <a:lnTo>
                  <a:pt x="1386386" y="0"/>
                </a:lnTo>
                <a:lnTo>
                  <a:pt x="1402006" y="606246"/>
                </a:lnTo>
                <a:close/>
              </a:path>
              <a:path w="2008505" h="2865754">
                <a:moveTo>
                  <a:pt x="1992632" y="642262"/>
                </a:moveTo>
                <a:lnTo>
                  <a:pt x="0" y="642262"/>
                </a:lnTo>
                <a:lnTo>
                  <a:pt x="0" y="606246"/>
                </a:lnTo>
                <a:lnTo>
                  <a:pt x="1992632" y="606246"/>
                </a:lnTo>
                <a:lnTo>
                  <a:pt x="1994929" y="606703"/>
                </a:lnTo>
                <a:lnTo>
                  <a:pt x="2008252" y="621866"/>
                </a:lnTo>
                <a:lnTo>
                  <a:pt x="2008252" y="626642"/>
                </a:lnTo>
                <a:lnTo>
                  <a:pt x="1992632" y="642262"/>
                </a:lnTo>
                <a:close/>
              </a:path>
              <a:path w="2008505" h="2865754">
                <a:moveTo>
                  <a:pt x="189424" y="1212582"/>
                </a:moveTo>
                <a:lnTo>
                  <a:pt x="153407" y="1212582"/>
                </a:lnTo>
                <a:lnTo>
                  <a:pt x="153407" y="642262"/>
                </a:lnTo>
                <a:lnTo>
                  <a:pt x="189424" y="642262"/>
                </a:lnTo>
                <a:lnTo>
                  <a:pt x="189424" y="1212582"/>
                </a:lnTo>
                <a:close/>
              </a:path>
              <a:path w="2008505" h="2865754">
                <a:moveTo>
                  <a:pt x="795670" y="1212582"/>
                </a:moveTo>
                <a:lnTo>
                  <a:pt x="759654" y="1212582"/>
                </a:lnTo>
                <a:lnTo>
                  <a:pt x="759654" y="642262"/>
                </a:lnTo>
                <a:lnTo>
                  <a:pt x="795670" y="642262"/>
                </a:lnTo>
                <a:lnTo>
                  <a:pt x="795670" y="1212582"/>
                </a:lnTo>
                <a:close/>
              </a:path>
              <a:path w="2008505" h="2865754">
                <a:moveTo>
                  <a:pt x="1402006" y="1212582"/>
                </a:moveTo>
                <a:lnTo>
                  <a:pt x="1365990" y="1212582"/>
                </a:lnTo>
                <a:lnTo>
                  <a:pt x="1365990" y="642262"/>
                </a:lnTo>
                <a:lnTo>
                  <a:pt x="1402006" y="642262"/>
                </a:lnTo>
                <a:lnTo>
                  <a:pt x="1402006" y="1212582"/>
                </a:lnTo>
                <a:close/>
              </a:path>
              <a:path w="2008505" h="2865754">
                <a:moveTo>
                  <a:pt x="1992632" y="1248598"/>
                </a:moveTo>
                <a:lnTo>
                  <a:pt x="0" y="1248598"/>
                </a:lnTo>
                <a:lnTo>
                  <a:pt x="0" y="1212582"/>
                </a:lnTo>
                <a:lnTo>
                  <a:pt x="1992632" y="1212582"/>
                </a:lnTo>
                <a:lnTo>
                  <a:pt x="1994929" y="1213039"/>
                </a:lnTo>
                <a:lnTo>
                  <a:pt x="2008252" y="1228202"/>
                </a:lnTo>
                <a:lnTo>
                  <a:pt x="2008252" y="1232978"/>
                </a:lnTo>
                <a:lnTo>
                  <a:pt x="1992632" y="1248598"/>
                </a:lnTo>
                <a:close/>
              </a:path>
              <a:path w="2008505" h="2865754">
                <a:moveTo>
                  <a:pt x="189424" y="1818828"/>
                </a:moveTo>
                <a:lnTo>
                  <a:pt x="153407" y="1818828"/>
                </a:lnTo>
                <a:lnTo>
                  <a:pt x="153407" y="1248598"/>
                </a:lnTo>
                <a:lnTo>
                  <a:pt x="189424" y="1248598"/>
                </a:lnTo>
                <a:lnTo>
                  <a:pt x="189424" y="1818828"/>
                </a:lnTo>
                <a:close/>
              </a:path>
              <a:path w="2008505" h="2865754">
                <a:moveTo>
                  <a:pt x="795670" y="1818828"/>
                </a:moveTo>
                <a:lnTo>
                  <a:pt x="759654" y="1818828"/>
                </a:lnTo>
                <a:lnTo>
                  <a:pt x="759654" y="1248598"/>
                </a:lnTo>
                <a:lnTo>
                  <a:pt x="795670" y="1248598"/>
                </a:lnTo>
                <a:lnTo>
                  <a:pt x="795670" y="1818828"/>
                </a:lnTo>
                <a:close/>
              </a:path>
              <a:path w="2008505" h="2865754">
                <a:moveTo>
                  <a:pt x="1402006" y="1818828"/>
                </a:moveTo>
                <a:lnTo>
                  <a:pt x="1365990" y="1818828"/>
                </a:lnTo>
                <a:lnTo>
                  <a:pt x="1365990" y="1248598"/>
                </a:lnTo>
                <a:lnTo>
                  <a:pt x="1402006" y="1248598"/>
                </a:lnTo>
                <a:lnTo>
                  <a:pt x="1402006" y="1818828"/>
                </a:lnTo>
                <a:close/>
              </a:path>
              <a:path w="2008505" h="2865754">
                <a:moveTo>
                  <a:pt x="1992632" y="1854844"/>
                </a:moveTo>
                <a:lnTo>
                  <a:pt x="0" y="1854844"/>
                </a:lnTo>
                <a:lnTo>
                  <a:pt x="0" y="1818828"/>
                </a:lnTo>
                <a:lnTo>
                  <a:pt x="1992631" y="1818828"/>
                </a:lnTo>
                <a:lnTo>
                  <a:pt x="1994929" y="1819285"/>
                </a:lnTo>
                <a:lnTo>
                  <a:pt x="2008252" y="1834448"/>
                </a:lnTo>
                <a:lnTo>
                  <a:pt x="2008252" y="1839224"/>
                </a:lnTo>
                <a:lnTo>
                  <a:pt x="1992632" y="1854844"/>
                </a:lnTo>
                <a:close/>
              </a:path>
              <a:path w="2008505" h="2865754">
                <a:moveTo>
                  <a:pt x="189424" y="2425074"/>
                </a:moveTo>
                <a:lnTo>
                  <a:pt x="153407" y="2425074"/>
                </a:lnTo>
                <a:lnTo>
                  <a:pt x="153407" y="1854844"/>
                </a:lnTo>
                <a:lnTo>
                  <a:pt x="189424" y="1854844"/>
                </a:lnTo>
                <a:lnTo>
                  <a:pt x="189424" y="2425074"/>
                </a:lnTo>
                <a:close/>
              </a:path>
              <a:path w="2008505" h="2865754">
                <a:moveTo>
                  <a:pt x="795670" y="2425074"/>
                </a:moveTo>
                <a:lnTo>
                  <a:pt x="759654" y="2425074"/>
                </a:lnTo>
                <a:lnTo>
                  <a:pt x="759654" y="1854844"/>
                </a:lnTo>
                <a:lnTo>
                  <a:pt x="795670" y="1854844"/>
                </a:lnTo>
                <a:lnTo>
                  <a:pt x="795670" y="2425074"/>
                </a:lnTo>
                <a:close/>
              </a:path>
              <a:path w="2008505" h="2865754">
                <a:moveTo>
                  <a:pt x="1402006" y="2425074"/>
                </a:moveTo>
                <a:lnTo>
                  <a:pt x="1365990" y="2425074"/>
                </a:lnTo>
                <a:lnTo>
                  <a:pt x="1365990" y="1854844"/>
                </a:lnTo>
                <a:lnTo>
                  <a:pt x="1402006" y="1854844"/>
                </a:lnTo>
                <a:lnTo>
                  <a:pt x="1402006" y="2425074"/>
                </a:lnTo>
                <a:close/>
              </a:path>
              <a:path w="2008505" h="2865754">
                <a:moveTo>
                  <a:pt x="1992632" y="2461090"/>
                </a:moveTo>
                <a:lnTo>
                  <a:pt x="0" y="2461090"/>
                </a:lnTo>
                <a:lnTo>
                  <a:pt x="0" y="2425074"/>
                </a:lnTo>
                <a:lnTo>
                  <a:pt x="1992632" y="2425074"/>
                </a:lnTo>
                <a:lnTo>
                  <a:pt x="1994929" y="2425531"/>
                </a:lnTo>
                <a:lnTo>
                  <a:pt x="2008252" y="2440694"/>
                </a:lnTo>
                <a:lnTo>
                  <a:pt x="2008252" y="2445470"/>
                </a:lnTo>
                <a:lnTo>
                  <a:pt x="1992632" y="2461090"/>
                </a:lnTo>
                <a:close/>
              </a:path>
              <a:path w="2008505" h="2865754">
                <a:moveTo>
                  <a:pt x="189424" y="2865570"/>
                </a:moveTo>
                <a:lnTo>
                  <a:pt x="153407" y="2865570"/>
                </a:lnTo>
                <a:lnTo>
                  <a:pt x="153407" y="2461090"/>
                </a:lnTo>
                <a:lnTo>
                  <a:pt x="189424" y="2461090"/>
                </a:lnTo>
                <a:lnTo>
                  <a:pt x="189424" y="2865570"/>
                </a:lnTo>
                <a:close/>
              </a:path>
              <a:path w="2008505" h="2865754">
                <a:moveTo>
                  <a:pt x="795670" y="2865570"/>
                </a:moveTo>
                <a:lnTo>
                  <a:pt x="759654" y="2865570"/>
                </a:lnTo>
                <a:lnTo>
                  <a:pt x="759654" y="2461090"/>
                </a:lnTo>
                <a:lnTo>
                  <a:pt x="795670" y="2461090"/>
                </a:lnTo>
                <a:lnTo>
                  <a:pt x="795670" y="2865570"/>
                </a:lnTo>
                <a:close/>
              </a:path>
              <a:path w="2008505" h="2865754">
                <a:moveTo>
                  <a:pt x="1402006" y="2865570"/>
                </a:moveTo>
                <a:lnTo>
                  <a:pt x="1365990" y="2865570"/>
                </a:lnTo>
                <a:lnTo>
                  <a:pt x="1365990" y="2461090"/>
                </a:lnTo>
                <a:lnTo>
                  <a:pt x="1402006" y="2461090"/>
                </a:lnTo>
                <a:lnTo>
                  <a:pt x="1402006" y="2865570"/>
                </a:lnTo>
                <a:close/>
              </a:path>
            </a:pathLst>
          </a:custGeom>
          <a:solidFill>
            <a:srgbClr val="5E8178">
              <a:alpha val="27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8639088"/>
            <a:ext cx="4623435" cy="1648460"/>
          </a:xfrm>
          <a:custGeom>
            <a:avLst/>
            <a:gdLst/>
            <a:ahLst/>
            <a:cxnLst/>
            <a:rect l="l" t="t" r="r" b="b"/>
            <a:pathLst>
              <a:path w="4623435" h="1648459">
                <a:moveTo>
                  <a:pt x="4623120" y="1647911"/>
                </a:moveTo>
                <a:lnTo>
                  <a:pt x="0" y="1647911"/>
                </a:lnTo>
                <a:lnTo>
                  <a:pt x="0" y="0"/>
                </a:lnTo>
                <a:lnTo>
                  <a:pt x="40220" y="14662"/>
                </a:lnTo>
                <a:lnTo>
                  <a:pt x="81004" y="31139"/>
                </a:lnTo>
                <a:lnTo>
                  <a:pt x="122081" y="49333"/>
                </a:lnTo>
                <a:lnTo>
                  <a:pt x="163452" y="69244"/>
                </a:lnTo>
                <a:lnTo>
                  <a:pt x="205117" y="90871"/>
                </a:lnTo>
                <a:lnTo>
                  <a:pt x="247076" y="114215"/>
                </a:lnTo>
                <a:lnTo>
                  <a:pt x="289329" y="139276"/>
                </a:lnTo>
                <a:lnTo>
                  <a:pt x="331876" y="166054"/>
                </a:lnTo>
                <a:lnTo>
                  <a:pt x="374717" y="194548"/>
                </a:lnTo>
                <a:lnTo>
                  <a:pt x="417852" y="224760"/>
                </a:lnTo>
                <a:lnTo>
                  <a:pt x="461280" y="256687"/>
                </a:lnTo>
                <a:lnTo>
                  <a:pt x="505003" y="290332"/>
                </a:lnTo>
                <a:lnTo>
                  <a:pt x="549020" y="325694"/>
                </a:lnTo>
                <a:lnTo>
                  <a:pt x="593330" y="362772"/>
                </a:lnTo>
                <a:lnTo>
                  <a:pt x="637935" y="401567"/>
                </a:lnTo>
                <a:lnTo>
                  <a:pt x="682833" y="442078"/>
                </a:lnTo>
                <a:lnTo>
                  <a:pt x="728025" y="484307"/>
                </a:lnTo>
                <a:lnTo>
                  <a:pt x="770787" y="524301"/>
                </a:lnTo>
                <a:lnTo>
                  <a:pt x="813526" y="562986"/>
                </a:lnTo>
                <a:lnTo>
                  <a:pt x="856243" y="600363"/>
                </a:lnTo>
                <a:lnTo>
                  <a:pt x="898938" y="636432"/>
                </a:lnTo>
                <a:lnTo>
                  <a:pt x="941611" y="671193"/>
                </a:lnTo>
                <a:lnTo>
                  <a:pt x="984262" y="704645"/>
                </a:lnTo>
                <a:lnTo>
                  <a:pt x="1026891" y="736790"/>
                </a:lnTo>
                <a:lnTo>
                  <a:pt x="1069498" y="767625"/>
                </a:lnTo>
                <a:lnTo>
                  <a:pt x="1112083" y="797153"/>
                </a:lnTo>
                <a:lnTo>
                  <a:pt x="1154646" y="825372"/>
                </a:lnTo>
                <a:lnTo>
                  <a:pt x="1197186" y="852283"/>
                </a:lnTo>
                <a:lnTo>
                  <a:pt x="1239705" y="877886"/>
                </a:lnTo>
                <a:lnTo>
                  <a:pt x="1282202" y="902181"/>
                </a:lnTo>
                <a:lnTo>
                  <a:pt x="1324676" y="925167"/>
                </a:lnTo>
                <a:lnTo>
                  <a:pt x="1367129" y="946845"/>
                </a:lnTo>
                <a:lnTo>
                  <a:pt x="1409560" y="967215"/>
                </a:lnTo>
                <a:lnTo>
                  <a:pt x="1451968" y="986276"/>
                </a:lnTo>
                <a:lnTo>
                  <a:pt x="1494355" y="1004029"/>
                </a:lnTo>
                <a:lnTo>
                  <a:pt x="1536719" y="1020474"/>
                </a:lnTo>
                <a:lnTo>
                  <a:pt x="1579061" y="1035611"/>
                </a:lnTo>
                <a:lnTo>
                  <a:pt x="1621382" y="1049439"/>
                </a:lnTo>
                <a:lnTo>
                  <a:pt x="1663680" y="1061959"/>
                </a:lnTo>
                <a:lnTo>
                  <a:pt x="1705957" y="1073171"/>
                </a:lnTo>
                <a:lnTo>
                  <a:pt x="1748211" y="1083074"/>
                </a:lnTo>
                <a:lnTo>
                  <a:pt x="1790443" y="1091669"/>
                </a:lnTo>
                <a:lnTo>
                  <a:pt x="1832653" y="1098956"/>
                </a:lnTo>
                <a:lnTo>
                  <a:pt x="1874841" y="1104935"/>
                </a:lnTo>
                <a:lnTo>
                  <a:pt x="1917008" y="1109605"/>
                </a:lnTo>
                <a:lnTo>
                  <a:pt x="1959152" y="1112968"/>
                </a:lnTo>
                <a:lnTo>
                  <a:pt x="2001274" y="1115021"/>
                </a:lnTo>
                <a:lnTo>
                  <a:pt x="2043374" y="1115767"/>
                </a:lnTo>
                <a:lnTo>
                  <a:pt x="2085452" y="1115204"/>
                </a:lnTo>
                <a:lnTo>
                  <a:pt x="2127508" y="1113333"/>
                </a:lnTo>
                <a:lnTo>
                  <a:pt x="2169542" y="1110154"/>
                </a:lnTo>
                <a:lnTo>
                  <a:pt x="2211554" y="1105667"/>
                </a:lnTo>
                <a:lnTo>
                  <a:pt x="2253543" y="1099871"/>
                </a:lnTo>
                <a:lnTo>
                  <a:pt x="2295511" y="1092767"/>
                </a:lnTo>
                <a:lnTo>
                  <a:pt x="2337457" y="1084355"/>
                </a:lnTo>
                <a:lnTo>
                  <a:pt x="2379381" y="1074634"/>
                </a:lnTo>
                <a:lnTo>
                  <a:pt x="2421283" y="1063605"/>
                </a:lnTo>
                <a:lnTo>
                  <a:pt x="2463162" y="1051268"/>
                </a:lnTo>
                <a:lnTo>
                  <a:pt x="2505020" y="1037623"/>
                </a:lnTo>
                <a:lnTo>
                  <a:pt x="2546856" y="1022669"/>
                </a:lnTo>
                <a:lnTo>
                  <a:pt x="2588669" y="1006407"/>
                </a:lnTo>
                <a:lnTo>
                  <a:pt x="2630461" y="988837"/>
                </a:lnTo>
                <a:lnTo>
                  <a:pt x="2672231" y="969958"/>
                </a:lnTo>
                <a:lnTo>
                  <a:pt x="2713978" y="949772"/>
                </a:lnTo>
                <a:lnTo>
                  <a:pt x="2755704" y="928277"/>
                </a:lnTo>
                <a:lnTo>
                  <a:pt x="2797407" y="905473"/>
                </a:lnTo>
                <a:lnTo>
                  <a:pt x="2839089" y="881362"/>
                </a:lnTo>
                <a:lnTo>
                  <a:pt x="2880748" y="855942"/>
                </a:lnTo>
                <a:lnTo>
                  <a:pt x="2922386" y="829214"/>
                </a:lnTo>
                <a:lnTo>
                  <a:pt x="3014891" y="766812"/>
                </a:lnTo>
                <a:lnTo>
                  <a:pt x="3065001" y="734441"/>
                </a:lnTo>
                <a:lnTo>
                  <a:pt x="3114332" y="704065"/>
                </a:lnTo>
                <a:lnTo>
                  <a:pt x="3162884" y="675683"/>
                </a:lnTo>
                <a:lnTo>
                  <a:pt x="3210656" y="649297"/>
                </a:lnTo>
                <a:lnTo>
                  <a:pt x="3257648" y="624905"/>
                </a:lnTo>
                <a:lnTo>
                  <a:pt x="3303862" y="602509"/>
                </a:lnTo>
                <a:lnTo>
                  <a:pt x="3349295" y="582107"/>
                </a:lnTo>
                <a:lnTo>
                  <a:pt x="3393950" y="563700"/>
                </a:lnTo>
                <a:lnTo>
                  <a:pt x="3437824" y="547288"/>
                </a:lnTo>
                <a:lnTo>
                  <a:pt x="3480920" y="532870"/>
                </a:lnTo>
                <a:lnTo>
                  <a:pt x="3523236" y="520448"/>
                </a:lnTo>
                <a:lnTo>
                  <a:pt x="3564772" y="510020"/>
                </a:lnTo>
                <a:lnTo>
                  <a:pt x="3605530" y="501587"/>
                </a:lnTo>
                <a:lnTo>
                  <a:pt x="3645507" y="495149"/>
                </a:lnTo>
                <a:lnTo>
                  <a:pt x="3684706" y="490706"/>
                </a:lnTo>
                <a:lnTo>
                  <a:pt x="3723125" y="488258"/>
                </a:lnTo>
                <a:lnTo>
                  <a:pt x="3760764" y="487804"/>
                </a:lnTo>
                <a:lnTo>
                  <a:pt x="3797624" y="489345"/>
                </a:lnTo>
                <a:lnTo>
                  <a:pt x="3869006" y="498413"/>
                </a:lnTo>
                <a:lnTo>
                  <a:pt x="3937270" y="515459"/>
                </a:lnTo>
                <a:lnTo>
                  <a:pt x="4002416" y="540485"/>
                </a:lnTo>
                <a:lnTo>
                  <a:pt x="4064444" y="573491"/>
                </a:lnTo>
                <a:lnTo>
                  <a:pt x="4123355" y="614476"/>
                </a:lnTo>
                <a:lnTo>
                  <a:pt x="4179149" y="663440"/>
                </a:lnTo>
                <a:lnTo>
                  <a:pt x="4205876" y="690914"/>
                </a:lnTo>
                <a:lnTo>
                  <a:pt x="4231824" y="720383"/>
                </a:lnTo>
                <a:lnTo>
                  <a:pt x="4256993" y="751848"/>
                </a:lnTo>
                <a:lnTo>
                  <a:pt x="4281382" y="785306"/>
                </a:lnTo>
                <a:lnTo>
                  <a:pt x="4304992" y="820760"/>
                </a:lnTo>
                <a:lnTo>
                  <a:pt x="4327822" y="858209"/>
                </a:lnTo>
                <a:lnTo>
                  <a:pt x="4349873" y="897652"/>
                </a:lnTo>
                <a:lnTo>
                  <a:pt x="4371144" y="939091"/>
                </a:lnTo>
                <a:lnTo>
                  <a:pt x="4391636" y="982524"/>
                </a:lnTo>
                <a:lnTo>
                  <a:pt x="4411349" y="1027952"/>
                </a:lnTo>
                <a:lnTo>
                  <a:pt x="4430282" y="1075375"/>
                </a:lnTo>
                <a:lnTo>
                  <a:pt x="4448436" y="1124793"/>
                </a:lnTo>
                <a:lnTo>
                  <a:pt x="4464977" y="1171963"/>
                </a:lnTo>
                <a:lnTo>
                  <a:pt x="4481388" y="1219216"/>
                </a:lnTo>
                <a:lnTo>
                  <a:pt x="4497669" y="1266554"/>
                </a:lnTo>
                <a:lnTo>
                  <a:pt x="4513820" y="1313977"/>
                </a:lnTo>
                <a:lnTo>
                  <a:pt x="4529842" y="1361483"/>
                </a:lnTo>
                <a:lnTo>
                  <a:pt x="4545733" y="1409073"/>
                </a:lnTo>
                <a:lnTo>
                  <a:pt x="4561494" y="1456748"/>
                </a:lnTo>
                <a:lnTo>
                  <a:pt x="4577125" y="1504506"/>
                </a:lnTo>
                <a:lnTo>
                  <a:pt x="4592627" y="1552349"/>
                </a:lnTo>
                <a:lnTo>
                  <a:pt x="4607998" y="1600276"/>
                </a:lnTo>
                <a:lnTo>
                  <a:pt x="4623120" y="164791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7934101"/>
            <a:ext cx="4653915" cy="2353310"/>
          </a:xfrm>
          <a:custGeom>
            <a:avLst/>
            <a:gdLst/>
            <a:ahLst/>
            <a:cxnLst/>
            <a:rect l="l" t="t" r="r" b="b"/>
            <a:pathLst>
              <a:path w="4653915" h="2353309">
                <a:moveTo>
                  <a:pt x="4653743" y="2352897"/>
                </a:moveTo>
                <a:lnTo>
                  <a:pt x="0" y="2352897"/>
                </a:lnTo>
                <a:lnTo>
                  <a:pt x="0" y="285427"/>
                </a:lnTo>
                <a:lnTo>
                  <a:pt x="23934" y="270669"/>
                </a:lnTo>
                <a:lnTo>
                  <a:pt x="68432" y="244090"/>
                </a:lnTo>
                <a:lnTo>
                  <a:pt x="113555" y="217984"/>
                </a:lnTo>
                <a:lnTo>
                  <a:pt x="159305" y="192353"/>
                </a:lnTo>
                <a:lnTo>
                  <a:pt x="205130" y="167797"/>
                </a:lnTo>
                <a:lnTo>
                  <a:pt x="250482" y="144917"/>
                </a:lnTo>
                <a:lnTo>
                  <a:pt x="295359" y="123714"/>
                </a:lnTo>
                <a:lnTo>
                  <a:pt x="339763" y="104186"/>
                </a:lnTo>
                <a:lnTo>
                  <a:pt x="383693" y="86334"/>
                </a:lnTo>
                <a:lnTo>
                  <a:pt x="427149" y="70158"/>
                </a:lnTo>
                <a:lnTo>
                  <a:pt x="470132" y="55659"/>
                </a:lnTo>
                <a:lnTo>
                  <a:pt x="512641" y="42835"/>
                </a:lnTo>
                <a:lnTo>
                  <a:pt x="554676" y="31688"/>
                </a:lnTo>
                <a:lnTo>
                  <a:pt x="596237" y="22216"/>
                </a:lnTo>
                <a:lnTo>
                  <a:pt x="637325" y="14421"/>
                </a:lnTo>
                <a:lnTo>
                  <a:pt x="677938" y="8301"/>
                </a:lnTo>
                <a:lnTo>
                  <a:pt x="718078" y="3858"/>
                </a:lnTo>
                <a:lnTo>
                  <a:pt x="757744" y="1091"/>
                </a:lnTo>
                <a:lnTo>
                  <a:pt x="796937" y="0"/>
                </a:lnTo>
                <a:lnTo>
                  <a:pt x="835655" y="584"/>
                </a:lnTo>
                <a:lnTo>
                  <a:pt x="873900" y="2845"/>
                </a:lnTo>
                <a:lnTo>
                  <a:pt x="948969" y="12395"/>
                </a:lnTo>
                <a:lnTo>
                  <a:pt x="1022142" y="28649"/>
                </a:lnTo>
                <a:lnTo>
                  <a:pt x="1093420" y="51607"/>
                </a:lnTo>
                <a:lnTo>
                  <a:pt x="1162803" y="81270"/>
                </a:lnTo>
                <a:lnTo>
                  <a:pt x="1196784" y="98615"/>
                </a:lnTo>
                <a:lnTo>
                  <a:pt x="1230291" y="117636"/>
                </a:lnTo>
                <a:lnTo>
                  <a:pt x="1263324" y="138333"/>
                </a:lnTo>
                <a:lnTo>
                  <a:pt x="1295884" y="160707"/>
                </a:lnTo>
                <a:lnTo>
                  <a:pt x="1327969" y="184756"/>
                </a:lnTo>
                <a:lnTo>
                  <a:pt x="1359581" y="210482"/>
                </a:lnTo>
                <a:lnTo>
                  <a:pt x="1390719" y="237883"/>
                </a:lnTo>
                <a:lnTo>
                  <a:pt x="1421384" y="266961"/>
                </a:lnTo>
                <a:lnTo>
                  <a:pt x="1451574" y="297715"/>
                </a:lnTo>
                <a:lnTo>
                  <a:pt x="1481291" y="330144"/>
                </a:lnTo>
                <a:lnTo>
                  <a:pt x="1510534" y="364250"/>
                </a:lnTo>
                <a:lnTo>
                  <a:pt x="1539303" y="400032"/>
                </a:lnTo>
                <a:lnTo>
                  <a:pt x="1567598" y="437490"/>
                </a:lnTo>
                <a:lnTo>
                  <a:pt x="1595420" y="476624"/>
                </a:lnTo>
                <a:lnTo>
                  <a:pt x="1622768" y="517434"/>
                </a:lnTo>
                <a:lnTo>
                  <a:pt x="1649642" y="559920"/>
                </a:lnTo>
                <a:lnTo>
                  <a:pt x="1676042" y="604082"/>
                </a:lnTo>
                <a:lnTo>
                  <a:pt x="1701968" y="649920"/>
                </a:lnTo>
                <a:lnTo>
                  <a:pt x="1727421" y="697434"/>
                </a:lnTo>
                <a:lnTo>
                  <a:pt x="1752399" y="746624"/>
                </a:lnTo>
                <a:lnTo>
                  <a:pt x="1776904" y="797491"/>
                </a:lnTo>
                <a:lnTo>
                  <a:pt x="1800935" y="850033"/>
                </a:lnTo>
                <a:lnTo>
                  <a:pt x="1824493" y="904251"/>
                </a:lnTo>
                <a:lnTo>
                  <a:pt x="1847576" y="960146"/>
                </a:lnTo>
                <a:lnTo>
                  <a:pt x="1891564" y="1072223"/>
                </a:lnTo>
                <a:lnTo>
                  <a:pt x="1913486" y="1125540"/>
                </a:lnTo>
                <a:lnTo>
                  <a:pt x="1935950" y="1177667"/>
                </a:lnTo>
                <a:lnTo>
                  <a:pt x="1958958" y="1228603"/>
                </a:lnTo>
                <a:lnTo>
                  <a:pt x="1982510" y="1278349"/>
                </a:lnTo>
                <a:lnTo>
                  <a:pt x="2006605" y="1326904"/>
                </a:lnTo>
                <a:lnTo>
                  <a:pt x="2031243" y="1374269"/>
                </a:lnTo>
                <a:lnTo>
                  <a:pt x="2056424" y="1420444"/>
                </a:lnTo>
                <a:lnTo>
                  <a:pt x="2082149" y="1465429"/>
                </a:lnTo>
                <a:lnTo>
                  <a:pt x="2108417" y="1509223"/>
                </a:lnTo>
                <a:lnTo>
                  <a:pt x="2135228" y="1551827"/>
                </a:lnTo>
                <a:lnTo>
                  <a:pt x="2162583" y="1593240"/>
                </a:lnTo>
                <a:lnTo>
                  <a:pt x="2190481" y="1633463"/>
                </a:lnTo>
                <a:lnTo>
                  <a:pt x="2218922" y="1672496"/>
                </a:lnTo>
                <a:lnTo>
                  <a:pt x="2247907" y="1710339"/>
                </a:lnTo>
                <a:lnTo>
                  <a:pt x="2277435" y="1746991"/>
                </a:lnTo>
                <a:lnTo>
                  <a:pt x="2307507" y="1782453"/>
                </a:lnTo>
                <a:lnTo>
                  <a:pt x="2338121" y="1816724"/>
                </a:lnTo>
                <a:lnTo>
                  <a:pt x="2369279" y="1849806"/>
                </a:lnTo>
                <a:lnTo>
                  <a:pt x="2400981" y="1881696"/>
                </a:lnTo>
                <a:lnTo>
                  <a:pt x="2433225" y="1912397"/>
                </a:lnTo>
                <a:lnTo>
                  <a:pt x="2466013" y="1941907"/>
                </a:lnTo>
                <a:lnTo>
                  <a:pt x="2499345" y="1970227"/>
                </a:lnTo>
                <a:lnTo>
                  <a:pt x="2533219" y="1997357"/>
                </a:lnTo>
                <a:lnTo>
                  <a:pt x="2567637" y="2023296"/>
                </a:lnTo>
                <a:lnTo>
                  <a:pt x="2602599" y="2048045"/>
                </a:lnTo>
                <a:lnTo>
                  <a:pt x="2638104" y="2071603"/>
                </a:lnTo>
                <a:lnTo>
                  <a:pt x="2674152" y="2093972"/>
                </a:lnTo>
                <a:lnTo>
                  <a:pt x="2710743" y="2115150"/>
                </a:lnTo>
                <a:lnTo>
                  <a:pt x="2747878" y="2135137"/>
                </a:lnTo>
                <a:lnTo>
                  <a:pt x="2785555" y="2153935"/>
                </a:lnTo>
                <a:lnTo>
                  <a:pt x="2823777" y="2171542"/>
                </a:lnTo>
                <a:lnTo>
                  <a:pt x="2862541" y="2187958"/>
                </a:lnTo>
                <a:lnTo>
                  <a:pt x="2901849" y="2203185"/>
                </a:lnTo>
                <a:lnTo>
                  <a:pt x="2941701" y="2217221"/>
                </a:lnTo>
                <a:lnTo>
                  <a:pt x="2982095" y="2230066"/>
                </a:lnTo>
                <a:lnTo>
                  <a:pt x="3023033" y="2241722"/>
                </a:lnTo>
                <a:lnTo>
                  <a:pt x="3064515" y="2252187"/>
                </a:lnTo>
                <a:lnTo>
                  <a:pt x="3106539" y="2261462"/>
                </a:lnTo>
                <a:lnTo>
                  <a:pt x="3149107" y="2269546"/>
                </a:lnTo>
                <a:lnTo>
                  <a:pt x="3192219" y="2276440"/>
                </a:lnTo>
                <a:lnTo>
                  <a:pt x="3235873" y="2282144"/>
                </a:lnTo>
                <a:lnTo>
                  <a:pt x="3280071" y="2286657"/>
                </a:lnTo>
                <a:lnTo>
                  <a:pt x="3324812" y="2289981"/>
                </a:lnTo>
                <a:lnTo>
                  <a:pt x="3370097" y="2292113"/>
                </a:lnTo>
                <a:lnTo>
                  <a:pt x="3415925" y="2293056"/>
                </a:lnTo>
                <a:lnTo>
                  <a:pt x="3462296" y="2292808"/>
                </a:lnTo>
                <a:lnTo>
                  <a:pt x="3509211" y="2291370"/>
                </a:lnTo>
                <a:lnTo>
                  <a:pt x="3556669" y="2288742"/>
                </a:lnTo>
                <a:lnTo>
                  <a:pt x="3604670" y="2284923"/>
                </a:lnTo>
                <a:lnTo>
                  <a:pt x="3653215" y="2279914"/>
                </a:lnTo>
                <a:lnTo>
                  <a:pt x="3702302" y="2273715"/>
                </a:lnTo>
                <a:lnTo>
                  <a:pt x="3812661" y="2257216"/>
                </a:lnTo>
                <a:lnTo>
                  <a:pt x="3871825" y="2249572"/>
                </a:lnTo>
                <a:lnTo>
                  <a:pt x="3929428" y="2243392"/>
                </a:lnTo>
                <a:lnTo>
                  <a:pt x="3985468" y="2238678"/>
                </a:lnTo>
                <a:lnTo>
                  <a:pt x="4039946" y="2235429"/>
                </a:lnTo>
                <a:lnTo>
                  <a:pt x="4092861" y="2233644"/>
                </a:lnTo>
                <a:lnTo>
                  <a:pt x="4144214" y="2233325"/>
                </a:lnTo>
                <a:lnTo>
                  <a:pt x="4194005" y="2234470"/>
                </a:lnTo>
                <a:lnTo>
                  <a:pt x="4242234" y="2237081"/>
                </a:lnTo>
                <a:lnTo>
                  <a:pt x="4288900" y="2241156"/>
                </a:lnTo>
                <a:lnTo>
                  <a:pt x="4334004" y="2246697"/>
                </a:lnTo>
                <a:lnTo>
                  <a:pt x="4377546" y="2253702"/>
                </a:lnTo>
                <a:lnTo>
                  <a:pt x="4419525" y="2262173"/>
                </a:lnTo>
                <a:lnTo>
                  <a:pt x="4459942" y="2272108"/>
                </a:lnTo>
                <a:lnTo>
                  <a:pt x="4498797" y="2283508"/>
                </a:lnTo>
                <a:lnTo>
                  <a:pt x="4536090" y="2296374"/>
                </a:lnTo>
                <a:lnTo>
                  <a:pt x="4571820" y="2310704"/>
                </a:lnTo>
                <a:lnTo>
                  <a:pt x="4638593" y="2343759"/>
                </a:lnTo>
                <a:lnTo>
                  <a:pt x="4653743" y="2352897"/>
                </a:lnTo>
                <a:close/>
              </a:path>
            </a:pathLst>
          </a:custGeom>
          <a:solidFill>
            <a:srgbClr val="A31111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4758957" y="7567103"/>
            <a:ext cx="3529329" cy="2720340"/>
          </a:xfrm>
          <a:custGeom>
            <a:avLst/>
            <a:gdLst/>
            <a:ahLst/>
            <a:cxnLst/>
            <a:rect l="l" t="t" r="r" b="b"/>
            <a:pathLst>
              <a:path w="3529330" h="2720340">
                <a:moveTo>
                  <a:pt x="3527437" y="67148"/>
                </a:moveTo>
                <a:lnTo>
                  <a:pt x="3529040" y="68037"/>
                </a:lnTo>
                <a:lnTo>
                  <a:pt x="3529040" y="2719897"/>
                </a:lnTo>
                <a:lnTo>
                  <a:pt x="0" y="2719897"/>
                </a:lnTo>
                <a:lnTo>
                  <a:pt x="27191" y="2669489"/>
                </a:lnTo>
                <a:lnTo>
                  <a:pt x="53297" y="2630580"/>
                </a:lnTo>
                <a:lnTo>
                  <a:pt x="82848" y="2593616"/>
                </a:lnTo>
                <a:lnTo>
                  <a:pt x="115074" y="2559269"/>
                </a:lnTo>
                <a:lnTo>
                  <a:pt x="149146" y="2527857"/>
                </a:lnTo>
                <a:lnTo>
                  <a:pt x="184949" y="2499185"/>
                </a:lnTo>
                <a:lnTo>
                  <a:pt x="222364" y="2473056"/>
                </a:lnTo>
                <a:lnTo>
                  <a:pt x="261276" y="2449274"/>
                </a:lnTo>
                <a:lnTo>
                  <a:pt x="301567" y="2427641"/>
                </a:lnTo>
                <a:lnTo>
                  <a:pt x="343119" y="2407960"/>
                </a:lnTo>
                <a:lnTo>
                  <a:pt x="385816" y="2390037"/>
                </a:lnTo>
                <a:lnTo>
                  <a:pt x="429540" y="2373673"/>
                </a:lnTo>
                <a:lnTo>
                  <a:pt x="474175" y="2358672"/>
                </a:lnTo>
                <a:lnTo>
                  <a:pt x="519604" y="2344837"/>
                </a:lnTo>
                <a:lnTo>
                  <a:pt x="565708" y="2331973"/>
                </a:lnTo>
                <a:lnTo>
                  <a:pt x="612372" y="2319881"/>
                </a:lnTo>
                <a:lnTo>
                  <a:pt x="659477" y="2308367"/>
                </a:lnTo>
                <a:lnTo>
                  <a:pt x="849977" y="2264142"/>
                </a:lnTo>
                <a:lnTo>
                  <a:pt x="897536" y="2252561"/>
                </a:lnTo>
                <a:lnTo>
                  <a:pt x="944834" y="2240376"/>
                </a:lnTo>
                <a:lnTo>
                  <a:pt x="991755" y="2227393"/>
                </a:lnTo>
                <a:lnTo>
                  <a:pt x="1038180" y="2213412"/>
                </a:lnTo>
                <a:lnTo>
                  <a:pt x="1083994" y="2198239"/>
                </a:lnTo>
                <a:lnTo>
                  <a:pt x="1129078" y="2181676"/>
                </a:lnTo>
                <a:lnTo>
                  <a:pt x="1173317" y="2163527"/>
                </a:lnTo>
                <a:lnTo>
                  <a:pt x="1216591" y="2143595"/>
                </a:lnTo>
                <a:lnTo>
                  <a:pt x="1259624" y="2121285"/>
                </a:lnTo>
                <a:lnTo>
                  <a:pt x="1301267" y="2097144"/>
                </a:lnTo>
                <a:lnTo>
                  <a:pt x="1341563" y="2071253"/>
                </a:lnTo>
                <a:lnTo>
                  <a:pt x="1380553" y="2043691"/>
                </a:lnTo>
                <a:lnTo>
                  <a:pt x="1418279" y="2014537"/>
                </a:lnTo>
                <a:lnTo>
                  <a:pt x="1454783" y="1983873"/>
                </a:lnTo>
                <a:lnTo>
                  <a:pt x="1490108" y="1951778"/>
                </a:lnTo>
                <a:lnTo>
                  <a:pt x="1524295" y="1918331"/>
                </a:lnTo>
                <a:lnTo>
                  <a:pt x="1557386" y="1883613"/>
                </a:lnTo>
                <a:lnTo>
                  <a:pt x="1589423" y="1847702"/>
                </a:lnTo>
                <a:lnTo>
                  <a:pt x="1620449" y="1810680"/>
                </a:lnTo>
                <a:lnTo>
                  <a:pt x="1650505" y="1772626"/>
                </a:lnTo>
                <a:lnTo>
                  <a:pt x="1679633" y="1733619"/>
                </a:lnTo>
                <a:lnTo>
                  <a:pt x="1707875" y="1693740"/>
                </a:lnTo>
                <a:lnTo>
                  <a:pt x="1735273" y="1653068"/>
                </a:lnTo>
                <a:lnTo>
                  <a:pt x="1761870" y="1611684"/>
                </a:lnTo>
                <a:lnTo>
                  <a:pt x="1787706" y="1569666"/>
                </a:lnTo>
                <a:lnTo>
                  <a:pt x="1812825" y="1527096"/>
                </a:lnTo>
                <a:lnTo>
                  <a:pt x="1837267" y="1484051"/>
                </a:lnTo>
                <a:lnTo>
                  <a:pt x="1861076" y="1440614"/>
                </a:lnTo>
                <a:lnTo>
                  <a:pt x="1884292" y="1396862"/>
                </a:lnTo>
                <a:lnTo>
                  <a:pt x="1906959" y="1352877"/>
                </a:lnTo>
                <a:lnTo>
                  <a:pt x="1929118" y="1308738"/>
                </a:lnTo>
                <a:lnTo>
                  <a:pt x="1950810" y="1264525"/>
                </a:lnTo>
                <a:lnTo>
                  <a:pt x="1972079" y="1220317"/>
                </a:lnTo>
                <a:lnTo>
                  <a:pt x="1992965" y="1176194"/>
                </a:lnTo>
                <a:lnTo>
                  <a:pt x="2036176" y="1084151"/>
                </a:lnTo>
                <a:lnTo>
                  <a:pt x="2057977" y="1037934"/>
                </a:lnTo>
                <a:lnTo>
                  <a:pt x="2079993" y="991687"/>
                </a:lnTo>
                <a:lnTo>
                  <a:pt x="2102286" y="945487"/>
                </a:lnTo>
                <a:lnTo>
                  <a:pt x="2124919" y="899410"/>
                </a:lnTo>
                <a:lnTo>
                  <a:pt x="2147956" y="853531"/>
                </a:lnTo>
                <a:lnTo>
                  <a:pt x="2171458" y="807926"/>
                </a:lnTo>
                <a:lnTo>
                  <a:pt x="2195489" y="762672"/>
                </a:lnTo>
                <a:lnTo>
                  <a:pt x="2220112" y="717845"/>
                </a:lnTo>
                <a:lnTo>
                  <a:pt x="2245390" y="673519"/>
                </a:lnTo>
                <a:lnTo>
                  <a:pt x="2271385" y="629772"/>
                </a:lnTo>
                <a:lnTo>
                  <a:pt x="2298160" y="586679"/>
                </a:lnTo>
                <a:lnTo>
                  <a:pt x="2325779" y="544315"/>
                </a:lnTo>
                <a:lnTo>
                  <a:pt x="2354304" y="502758"/>
                </a:lnTo>
                <a:lnTo>
                  <a:pt x="2383797" y="462083"/>
                </a:lnTo>
                <a:lnTo>
                  <a:pt x="2414323" y="422365"/>
                </a:lnTo>
                <a:lnTo>
                  <a:pt x="2445944" y="383681"/>
                </a:lnTo>
                <a:lnTo>
                  <a:pt x="2478722" y="346107"/>
                </a:lnTo>
                <a:lnTo>
                  <a:pt x="2512721" y="309718"/>
                </a:lnTo>
                <a:lnTo>
                  <a:pt x="2548003" y="274590"/>
                </a:lnTo>
                <a:lnTo>
                  <a:pt x="2584631" y="240800"/>
                </a:lnTo>
                <a:lnTo>
                  <a:pt x="2622669" y="208424"/>
                </a:lnTo>
                <a:lnTo>
                  <a:pt x="2662179" y="177536"/>
                </a:lnTo>
                <a:lnTo>
                  <a:pt x="2703224" y="148214"/>
                </a:lnTo>
                <a:lnTo>
                  <a:pt x="2741401" y="123812"/>
                </a:lnTo>
                <a:lnTo>
                  <a:pt x="2781119" y="101538"/>
                </a:lnTo>
                <a:lnTo>
                  <a:pt x="2822206" y="81410"/>
                </a:lnTo>
                <a:lnTo>
                  <a:pt x="2864495" y="63449"/>
                </a:lnTo>
                <a:lnTo>
                  <a:pt x="2907813" y="47673"/>
                </a:lnTo>
                <a:lnTo>
                  <a:pt x="2951993" y="34102"/>
                </a:lnTo>
                <a:lnTo>
                  <a:pt x="2996864" y="22755"/>
                </a:lnTo>
                <a:lnTo>
                  <a:pt x="3042256" y="13652"/>
                </a:lnTo>
                <a:lnTo>
                  <a:pt x="3088000" y="6812"/>
                </a:lnTo>
                <a:lnTo>
                  <a:pt x="3133926" y="2255"/>
                </a:lnTo>
                <a:lnTo>
                  <a:pt x="3179864" y="0"/>
                </a:lnTo>
                <a:lnTo>
                  <a:pt x="3225645" y="65"/>
                </a:lnTo>
                <a:lnTo>
                  <a:pt x="3271098" y="2472"/>
                </a:lnTo>
                <a:lnTo>
                  <a:pt x="3316054" y="7238"/>
                </a:lnTo>
                <a:lnTo>
                  <a:pt x="3360343" y="14384"/>
                </a:lnTo>
                <a:lnTo>
                  <a:pt x="3403796" y="23928"/>
                </a:lnTo>
                <a:lnTo>
                  <a:pt x="3446242" y="35891"/>
                </a:lnTo>
                <a:lnTo>
                  <a:pt x="3487512" y="50291"/>
                </a:lnTo>
                <a:lnTo>
                  <a:pt x="3527437" y="67148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4639090" y="8769432"/>
            <a:ext cx="3649345" cy="1517650"/>
          </a:xfrm>
          <a:custGeom>
            <a:avLst/>
            <a:gdLst/>
            <a:ahLst/>
            <a:cxnLst/>
            <a:rect l="l" t="t" r="r" b="b"/>
            <a:pathLst>
              <a:path w="3649344" h="1517650">
                <a:moveTo>
                  <a:pt x="1108608" y="406817"/>
                </a:moveTo>
                <a:lnTo>
                  <a:pt x="1138955" y="423655"/>
                </a:lnTo>
                <a:lnTo>
                  <a:pt x="1086615" y="449926"/>
                </a:lnTo>
                <a:lnTo>
                  <a:pt x="1034846" y="476514"/>
                </a:lnTo>
                <a:lnTo>
                  <a:pt x="985538" y="504467"/>
                </a:lnTo>
                <a:lnTo>
                  <a:pt x="960275" y="490450"/>
                </a:lnTo>
                <a:lnTo>
                  <a:pt x="912171" y="519072"/>
                </a:lnTo>
                <a:lnTo>
                  <a:pt x="864735" y="548063"/>
                </a:lnTo>
                <a:lnTo>
                  <a:pt x="818009" y="577449"/>
                </a:lnTo>
                <a:lnTo>
                  <a:pt x="772037" y="607254"/>
                </a:lnTo>
                <a:lnTo>
                  <a:pt x="726863" y="637501"/>
                </a:lnTo>
                <a:lnTo>
                  <a:pt x="682530" y="668214"/>
                </a:lnTo>
                <a:lnTo>
                  <a:pt x="662546" y="657126"/>
                </a:lnTo>
                <a:lnTo>
                  <a:pt x="620025" y="688845"/>
                </a:lnTo>
                <a:lnTo>
                  <a:pt x="578474" y="721102"/>
                </a:lnTo>
                <a:lnTo>
                  <a:pt x="537938" y="753922"/>
                </a:lnTo>
                <a:lnTo>
                  <a:pt x="498459" y="787330"/>
                </a:lnTo>
                <a:lnTo>
                  <a:pt x="460081" y="821348"/>
                </a:lnTo>
                <a:lnTo>
                  <a:pt x="422848" y="856001"/>
                </a:lnTo>
                <a:lnTo>
                  <a:pt x="386803" y="891313"/>
                </a:lnTo>
                <a:lnTo>
                  <a:pt x="351989" y="927308"/>
                </a:lnTo>
                <a:lnTo>
                  <a:pt x="318449" y="964010"/>
                </a:lnTo>
                <a:lnTo>
                  <a:pt x="286227" y="1001444"/>
                </a:lnTo>
                <a:lnTo>
                  <a:pt x="255367" y="1039632"/>
                </a:lnTo>
                <a:lnTo>
                  <a:pt x="225911" y="1078601"/>
                </a:lnTo>
                <a:lnTo>
                  <a:pt x="197903" y="1118372"/>
                </a:lnTo>
                <a:lnTo>
                  <a:pt x="171386" y="1158971"/>
                </a:lnTo>
                <a:lnTo>
                  <a:pt x="146405" y="1200422"/>
                </a:lnTo>
                <a:lnTo>
                  <a:pt x="123001" y="1242748"/>
                </a:lnTo>
                <a:lnTo>
                  <a:pt x="101219" y="1285974"/>
                </a:lnTo>
                <a:lnTo>
                  <a:pt x="81102" y="1330124"/>
                </a:lnTo>
                <a:lnTo>
                  <a:pt x="62693" y="1375222"/>
                </a:lnTo>
                <a:lnTo>
                  <a:pt x="46035" y="1421291"/>
                </a:lnTo>
                <a:lnTo>
                  <a:pt x="31173" y="1468357"/>
                </a:lnTo>
                <a:lnTo>
                  <a:pt x="18148" y="1516442"/>
                </a:lnTo>
                <a:lnTo>
                  <a:pt x="20177" y="1517567"/>
                </a:lnTo>
                <a:lnTo>
                  <a:pt x="0" y="1517567"/>
                </a:lnTo>
                <a:lnTo>
                  <a:pt x="13739" y="1458683"/>
                </a:lnTo>
                <a:lnTo>
                  <a:pt x="27467" y="1410989"/>
                </a:lnTo>
                <a:lnTo>
                  <a:pt x="43224" y="1364420"/>
                </a:lnTo>
                <a:lnTo>
                  <a:pt x="60992" y="1318966"/>
                </a:lnTo>
                <a:lnTo>
                  <a:pt x="80657" y="1274566"/>
                </a:lnTo>
                <a:lnTo>
                  <a:pt x="102164" y="1231187"/>
                </a:lnTo>
                <a:lnTo>
                  <a:pt x="125459" y="1188800"/>
                </a:lnTo>
                <a:lnTo>
                  <a:pt x="150487" y="1147375"/>
                </a:lnTo>
                <a:lnTo>
                  <a:pt x="177193" y="1106881"/>
                </a:lnTo>
                <a:lnTo>
                  <a:pt x="205522" y="1067288"/>
                </a:lnTo>
                <a:lnTo>
                  <a:pt x="235420" y="1028565"/>
                </a:lnTo>
                <a:lnTo>
                  <a:pt x="266831" y="990682"/>
                </a:lnTo>
                <a:lnTo>
                  <a:pt x="299702" y="953608"/>
                </a:lnTo>
                <a:lnTo>
                  <a:pt x="357443" y="875022"/>
                </a:lnTo>
                <a:lnTo>
                  <a:pt x="393068" y="839477"/>
                </a:lnTo>
                <a:lnTo>
                  <a:pt x="429988" y="804650"/>
                </a:lnTo>
                <a:lnTo>
                  <a:pt x="444682" y="812803"/>
                </a:lnTo>
                <a:lnTo>
                  <a:pt x="484028" y="779322"/>
                </a:lnTo>
                <a:lnTo>
                  <a:pt x="524504" y="746469"/>
                </a:lnTo>
                <a:lnTo>
                  <a:pt x="566056" y="714212"/>
                </a:lnTo>
                <a:lnTo>
                  <a:pt x="608301" y="682340"/>
                </a:lnTo>
                <a:lnTo>
                  <a:pt x="651557" y="651028"/>
                </a:lnTo>
                <a:lnTo>
                  <a:pt x="695788" y="620258"/>
                </a:lnTo>
                <a:lnTo>
                  <a:pt x="740960" y="590010"/>
                </a:lnTo>
                <a:lnTo>
                  <a:pt x="787039" y="560265"/>
                </a:lnTo>
                <a:lnTo>
                  <a:pt x="833990" y="531004"/>
                </a:lnTo>
                <a:lnTo>
                  <a:pt x="881778" y="502208"/>
                </a:lnTo>
                <a:lnTo>
                  <a:pt x="906904" y="516149"/>
                </a:lnTo>
                <a:lnTo>
                  <a:pt x="956264" y="488224"/>
                </a:lnTo>
                <a:lnTo>
                  <a:pt x="1006357" y="460707"/>
                </a:lnTo>
                <a:lnTo>
                  <a:pt x="1057150" y="433578"/>
                </a:lnTo>
                <a:lnTo>
                  <a:pt x="1108608" y="406817"/>
                </a:lnTo>
                <a:close/>
              </a:path>
              <a:path w="3649344" h="1517650">
                <a:moveTo>
                  <a:pt x="1296929" y="345372"/>
                </a:moveTo>
                <a:lnTo>
                  <a:pt x="1330129" y="363793"/>
                </a:lnTo>
                <a:lnTo>
                  <a:pt x="1275720" y="388916"/>
                </a:lnTo>
                <a:lnTo>
                  <a:pt x="1221796" y="414308"/>
                </a:lnTo>
                <a:lnTo>
                  <a:pt x="1168378" y="439981"/>
                </a:lnTo>
                <a:lnTo>
                  <a:pt x="1137230" y="422698"/>
                </a:lnTo>
                <a:lnTo>
                  <a:pt x="1189914" y="396618"/>
                </a:lnTo>
                <a:lnTo>
                  <a:pt x="1243158" y="370849"/>
                </a:lnTo>
                <a:lnTo>
                  <a:pt x="1296929" y="345372"/>
                </a:lnTo>
                <a:close/>
              </a:path>
              <a:path w="3649344" h="1517650">
                <a:moveTo>
                  <a:pt x="1438174" y="313118"/>
                </a:moveTo>
                <a:lnTo>
                  <a:pt x="1472593" y="332215"/>
                </a:lnTo>
                <a:lnTo>
                  <a:pt x="1416854" y="356601"/>
                </a:lnTo>
                <a:lnTo>
                  <a:pt x="1361538" y="381220"/>
                </a:lnTo>
                <a:lnTo>
                  <a:pt x="1327727" y="362460"/>
                </a:lnTo>
                <a:lnTo>
                  <a:pt x="1382448" y="337510"/>
                </a:lnTo>
                <a:lnTo>
                  <a:pt x="1438174" y="313118"/>
                </a:lnTo>
                <a:close/>
              </a:path>
              <a:path w="3649344" h="1517650">
                <a:moveTo>
                  <a:pt x="1584048" y="283432"/>
                </a:moveTo>
                <a:lnTo>
                  <a:pt x="1618657" y="302636"/>
                </a:lnTo>
                <a:lnTo>
                  <a:pt x="1561783" y="326390"/>
                </a:lnTo>
                <a:lnTo>
                  <a:pt x="1505265" y="350344"/>
                </a:lnTo>
                <a:lnTo>
                  <a:pt x="1470806" y="331224"/>
                </a:lnTo>
                <a:lnTo>
                  <a:pt x="1527259" y="307235"/>
                </a:lnTo>
                <a:lnTo>
                  <a:pt x="1584048" y="283432"/>
                </a:lnTo>
                <a:close/>
              </a:path>
              <a:path w="3649344" h="1517650">
                <a:moveTo>
                  <a:pt x="1732786" y="255336"/>
                </a:moveTo>
                <a:lnTo>
                  <a:pt x="1767747" y="274734"/>
                </a:lnTo>
                <a:lnTo>
                  <a:pt x="1709928" y="297965"/>
                </a:lnTo>
                <a:lnTo>
                  <a:pt x="1652402" y="321359"/>
                </a:lnTo>
                <a:lnTo>
                  <a:pt x="1617689" y="302099"/>
                </a:lnTo>
                <a:lnTo>
                  <a:pt x="1675097" y="278639"/>
                </a:lnTo>
                <a:lnTo>
                  <a:pt x="1732786" y="255336"/>
                </a:lnTo>
                <a:close/>
              </a:path>
              <a:path w="3649344" h="1517650">
                <a:moveTo>
                  <a:pt x="1883900" y="228558"/>
                </a:moveTo>
                <a:lnTo>
                  <a:pt x="1919286" y="248192"/>
                </a:lnTo>
                <a:lnTo>
                  <a:pt x="1802372" y="293946"/>
                </a:lnTo>
                <a:lnTo>
                  <a:pt x="1767274" y="274472"/>
                </a:lnTo>
                <a:lnTo>
                  <a:pt x="1883900" y="228558"/>
                </a:lnTo>
                <a:close/>
              </a:path>
              <a:path w="3649344" h="1517650">
                <a:moveTo>
                  <a:pt x="2043452" y="233739"/>
                </a:moveTo>
                <a:lnTo>
                  <a:pt x="1954599" y="267786"/>
                </a:lnTo>
                <a:lnTo>
                  <a:pt x="1919070" y="248073"/>
                </a:lnTo>
                <a:lnTo>
                  <a:pt x="1977808" y="225436"/>
                </a:lnTo>
                <a:lnTo>
                  <a:pt x="2013343" y="245153"/>
                </a:lnTo>
                <a:lnTo>
                  <a:pt x="2043452" y="233739"/>
                </a:lnTo>
                <a:close/>
              </a:path>
              <a:path w="3649344" h="1517650">
                <a:moveTo>
                  <a:pt x="2131834" y="200236"/>
                </a:moveTo>
                <a:lnTo>
                  <a:pt x="2167854" y="220222"/>
                </a:lnTo>
                <a:lnTo>
                  <a:pt x="2049140" y="265015"/>
                </a:lnTo>
                <a:lnTo>
                  <a:pt x="2013475" y="245226"/>
                </a:lnTo>
                <a:lnTo>
                  <a:pt x="2131834" y="200236"/>
                </a:lnTo>
                <a:close/>
              </a:path>
              <a:path w="3649344" h="1517650">
                <a:moveTo>
                  <a:pt x="2227346" y="197872"/>
                </a:moveTo>
                <a:lnTo>
                  <a:pt x="2263518" y="217942"/>
                </a:lnTo>
                <a:lnTo>
                  <a:pt x="2203888" y="240215"/>
                </a:lnTo>
                <a:lnTo>
                  <a:pt x="2167854" y="220222"/>
                </a:lnTo>
                <a:lnTo>
                  <a:pt x="2227346" y="197872"/>
                </a:lnTo>
                <a:close/>
              </a:path>
              <a:path w="3649344" h="1517650">
                <a:moveTo>
                  <a:pt x="2323139" y="195711"/>
                </a:moveTo>
                <a:lnTo>
                  <a:pt x="2359373" y="215815"/>
                </a:lnTo>
                <a:lnTo>
                  <a:pt x="2299691" y="238013"/>
                </a:lnTo>
                <a:lnTo>
                  <a:pt x="2263518" y="217942"/>
                </a:lnTo>
                <a:lnTo>
                  <a:pt x="2323139" y="195711"/>
                </a:lnTo>
                <a:close/>
              </a:path>
              <a:path w="3649344" h="1517650">
                <a:moveTo>
                  <a:pt x="2478866" y="171492"/>
                </a:moveTo>
                <a:lnTo>
                  <a:pt x="2514938" y="191507"/>
                </a:lnTo>
                <a:lnTo>
                  <a:pt x="2395593" y="235912"/>
                </a:lnTo>
                <a:lnTo>
                  <a:pt x="2359381" y="215820"/>
                </a:lnTo>
                <a:lnTo>
                  <a:pt x="2478866" y="171492"/>
                </a:lnTo>
                <a:close/>
              </a:path>
              <a:path w="3649344" h="1517650">
                <a:moveTo>
                  <a:pt x="2574854" y="169440"/>
                </a:moveTo>
                <a:lnTo>
                  <a:pt x="2610627" y="189288"/>
                </a:lnTo>
                <a:lnTo>
                  <a:pt x="2551084" y="211563"/>
                </a:lnTo>
                <a:lnTo>
                  <a:pt x="2515140" y="191619"/>
                </a:lnTo>
                <a:lnTo>
                  <a:pt x="2574854" y="169440"/>
                </a:lnTo>
                <a:close/>
              </a:path>
              <a:path w="3649344" h="1517650">
                <a:moveTo>
                  <a:pt x="2730196" y="145008"/>
                </a:moveTo>
                <a:lnTo>
                  <a:pt x="2765158" y="164406"/>
                </a:lnTo>
                <a:lnTo>
                  <a:pt x="2646612" y="209255"/>
                </a:lnTo>
                <a:lnTo>
                  <a:pt x="2611059" y="189528"/>
                </a:lnTo>
                <a:lnTo>
                  <a:pt x="2730196" y="145008"/>
                </a:lnTo>
                <a:close/>
              </a:path>
              <a:path w="3649344" h="1517650">
                <a:moveTo>
                  <a:pt x="2825475" y="142561"/>
                </a:moveTo>
                <a:lnTo>
                  <a:pt x="2859774" y="161592"/>
                </a:lnTo>
                <a:lnTo>
                  <a:pt x="2800809" y="184187"/>
                </a:lnTo>
                <a:lnTo>
                  <a:pt x="2766161" y="164963"/>
                </a:lnTo>
                <a:lnTo>
                  <a:pt x="2825475" y="142561"/>
                </a:lnTo>
                <a:close/>
              </a:path>
              <a:path w="3649344" h="1517650">
                <a:moveTo>
                  <a:pt x="2979074" y="117162"/>
                </a:moveTo>
                <a:lnTo>
                  <a:pt x="3012182" y="135532"/>
                </a:lnTo>
                <a:lnTo>
                  <a:pt x="2895111" y="181199"/>
                </a:lnTo>
                <a:lnTo>
                  <a:pt x="2861189" y="162377"/>
                </a:lnTo>
                <a:lnTo>
                  <a:pt x="2979074" y="117162"/>
                </a:lnTo>
                <a:close/>
              </a:path>
              <a:path w="3649344" h="1517650">
                <a:moveTo>
                  <a:pt x="3072738" y="113820"/>
                </a:moveTo>
                <a:lnTo>
                  <a:pt x="3104996" y="131718"/>
                </a:lnTo>
                <a:lnTo>
                  <a:pt x="3046961" y="154829"/>
                </a:lnTo>
                <a:lnTo>
                  <a:pt x="3014277" y="136694"/>
                </a:lnTo>
                <a:lnTo>
                  <a:pt x="3072738" y="113820"/>
                </a:lnTo>
                <a:close/>
              </a:path>
              <a:path w="3649344" h="1517650">
                <a:moveTo>
                  <a:pt x="3223179" y="86668"/>
                </a:moveTo>
                <a:lnTo>
                  <a:pt x="3254264" y="103916"/>
                </a:lnTo>
                <a:lnTo>
                  <a:pt x="3139345" y="150777"/>
                </a:lnTo>
                <a:lnTo>
                  <a:pt x="3107510" y="133113"/>
                </a:lnTo>
                <a:lnTo>
                  <a:pt x="3165504" y="109979"/>
                </a:lnTo>
                <a:lnTo>
                  <a:pt x="3223179" y="86668"/>
                </a:lnTo>
                <a:close/>
              </a:path>
              <a:path w="3649344" h="1517650">
                <a:moveTo>
                  <a:pt x="3370906" y="58011"/>
                </a:moveTo>
                <a:lnTo>
                  <a:pt x="3401227" y="74835"/>
                </a:lnTo>
                <a:lnTo>
                  <a:pt x="3344693" y="98779"/>
                </a:lnTo>
                <a:lnTo>
                  <a:pt x="3287879" y="122567"/>
                </a:lnTo>
                <a:lnTo>
                  <a:pt x="3257085" y="105481"/>
                </a:lnTo>
                <a:lnTo>
                  <a:pt x="3314150" y="81832"/>
                </a:lnTo>
                <a:lnTo>
                  <a:pt x="3370906" y="58011"/>
                </a:lnTo>
                <a:close/>
              </a:path>
              <a:path w="3649344" h="1517650">
                <a:moveTo>
                  <a:pt x="3515814" y="27790"/>
                </a:moveTo>
                <a:lnTo>
                  <a:pt x="3545571" y="44300"/>
                </a:lnTo>
                <a:lnTo>
                  <a:pt x="3489945" y="68748"/>
                </a:lnTo>
                <a:lnTo>
                  <a:pt x="3434004" y="93021"/>
                </a:lnTo>
                <a:lnTo>
                  <a:pt x="3403882" y="76308"/>
                </a:lnTo>
                <a:lnTo>
                  <a:pt x="3460008" y="52138"/>
                </a:lnTo>
                <a:lnTo>
                  <a:pt x="3515814" y="27790"/>
                </a:lnTo>
                <a:close/>
              </a:path>
              <a:path w="3649344" h="1517650">
                <a:moveTo>
                  <a:pt x="3648907" y="0"/>
                </a:moveTo>
                <a:lnTo>
                  <a:pt x="3648907" y="29701"/>
                </a:lnTo>
                <a:lnTo>
                  <a:pt x="3577406" y="61964"/>
                </a:lnTo>
                <a:lnTo>
                  <a:pt x="3547831" y="45555"/>
                </a:lnTo>
                <a:lnTo>
                  <a:pt x="3602988" y="20846"/>
                </a:lnTo>
                <a:lnTo>
                  <a:pt x="36489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3952" y="120540"/>
            <a:ext cx="3276599" cy="111442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96315" y="226676"/>
            <a:ext cx="1674752" cy="94195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71400" y="1626752"/>
            <a:ext cx="8343899" cy="20383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47463" y="938341"/>
            <a:ext cx="13393072" cy="147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-meteo.com/en/docs/flood-api" TargetMode="External"/><Relationship Id="rId13" Type="http://schemas.openxmlformats.org/officeDocument/2006/relationships/hyperlink" Target="https://developers.google.com/optimization/cp/cp_solver" TargetMode="External"/><Relationship Id="rId18" Type="http://schemas.openxmlformats.org/officeDocument/2006/relationships/hyperlink" Target="https://postgis.net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global-flood.emergency.copernicus.eu/" TargetMode="External"/><Relationship Id="rId12" Type="http://schemas.openxmlformats.org/officeDocument/2006/relationships/image" Target="../media/image23.png"/><Relationship Id="rId17" Type="http://schemas.openxmlformats.org/officeDocument/2006/relationships/hyperlink" Target="https://project-osrm.org/" TargetMode="External"/><Relationship Id="rId2" Type="http://schemas.openxmlformats.org/officeDocument/2006/relationships/image" Target="../media/image1.png"/><Relationship Id="rId16" Type="http://schemas.openxmlformats.org/officeDocument/2006/relationships/hyperlink" Target="https://docs.mapbox.com/api/navigation/matrix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undrr.org/publication/sendai-framework-disaster-risk-reduction-2015-2030" TargetMode="External"/><Relationship Id="rId11" Type="http://schemas.openxmlformats.org/officeDocument/2006/relationships/hyperlink" Target="https://www.sphereindia.org.in/sites/default/files/2023-09/Flood___Ghaziabad_01st_SitRept__24th_July.pdf" TargetMode="External"/><Relationship Id="rId5" Type="http://schemas.openxmlformats.org/officeDocument/2006/relationships/hyperlink" Target="https://sdma.goa.gov.in/sites/default/files/2022-05/management_urban_flooding.pdf" TargetMode="External"/><Relationship Id="rId15" Type="http://schemas.openxmlformats.org/officeDocument/2006/relationships/hyperlink" Target="https://arxiv.org/abs/1911.02116" TargetMode="External"/><Relationship Id="rId10" Type="http://schemas.openxmlformats.org/officeDocument/2006/relationships/hyperlink" Target="https://en.wikipedia.org/wiki/2019_Pune_flood" TargetMode="External"/><Relationship Id="rId19" Type="http://schemas.openxmlformats.org/officeDocument/2006/relationships/hyperlink" Target="https://github.com/permissionlesstech/bitchat" TargetMode="External"/><Relationship Id="rId4" Type="http://schemas.openxmlformats.org/officeDocument/2006/relationships/image" Target="../media/image7.png"/><Relationship Id="rId9" Type="http://schemas.openxmlformats.org/officeDocument/2006/relationships/hyperlink" Target="https://mausam.imd.gov.in/" TargetMode="External"/><Relationship Id="rId14" Type="http://schemas.openxmlformats.org/officeDocument/2006/relationships/hyperlink" Target="https://langchain-ai.github.io/langgraph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hyperlink" Target="https://github.com/officialayush23/DisruptionOps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istro-ruddy.vercel.app/" TargetMode="External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openxmlformats.org/officeDocument/2006/relationships/hyperlink" Target="https://disruptionops.onrender.com/api/v1" TargetMode="External"/><Relationship Id="rId5" Type="http://schemas.openxmlformats.org/officeDocument/2006/relationships/hyperlink" Target="https://drive.google.com/drive/folders/1E0f-8UN0E90Q-JqiThZmdZ4bCUTLC7C_?usp=sharing" TargetMode="External"/><Relationship Id="rId10" Type="http://schemas.openxmlformats.org/officeDocument/2006/relationships/image" Target="../media/image26.png"/><Relationship Id="rId4" Type="http://schemas.openxmlformats.org/officeDocument/2006/relationships/image" Target="../media/image24.png"/><Relationship Id="rId9" Type="http://schemas.openxmlformats.org/officeDocument/2006/relationships/hyperlink" Target="https://distro-ruddy.vercel.app/citiz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12499" y="5414854"/>
            <a:ext cx="7263130" cy="35058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45310" algn="ctr">
              <a:lnSpc>
                <a:spcPct val="116199"/>
              </a:lnSpc>
              <a:spcBef>
                <a:spcPts val="100"/>
              </a:spcBef>
            </a:pPr>
            <a:r>
              <a:rPr lang="en-IN" sz="5000" spc="200" dirty="0">
                <a:solidFill>
                  <a:srgbClr val="A31111"/>
                </a:solidFill>
                <a:latin typeface="Arial MT"/>
                <a:cs typeface="Arial MT"/>
              </a:rPr>
              <a:t>Team-Kala Dhua</a:t>
            </a:r>
            <a:br>
              <a:rPr lang="en-IN" sz="5000" spc="200" dirty="0">
                <a:solidFill>
                  <a:srgbClr val="A31111"/>
                </a:solidFill>
                <a:latin typeface="Arial MT"/>
                <a:cs typeface="Arial MT"/>
              </a:rPr>
            </a:br>
            <a:r>
              <a:rPr lang="en-IN" sz="5000" spc="200" dirty="0">
                <a:solidFill>
                  <a:srgbClr val="A31111"/>
                </a:solidFill>
                <a:latin typeface="Arial MT"/>
                <a:cs typeface="Arial MT"/>
              </a:rPr>
              <a:t>Ayush Pathak</a:t>
            </a:r>
            <a:br>
              <a:rPr lang="en-IN" sz="5000" spc="200" dirty="0">
                <a:solidFill>
                  <a:srgbClr val="A31111"/>
                </a:solidFill>
                <a:latin typeface="Arial MT"/>
                <a:cs typeface="Arial MT"/>
              </a:rPr>
            </a:br>
            <a:r>
              <a:rPr lang="en-IN" sz="5000" spc="200" dirty="0">
                <a:solidFill>
                  <a:srgbClr val="A31111"/>
                </a:solidFill>
                <a:latin typeface="Arial MT"/>
                <a:cs typeface="Arial MT"/>
              </a:rPr>
              <a:t>Tushar Singh</a:t>
            </a:r>
            <a:br>
              <a:rPr lang="en-IN" sz="5000" spc="200" dirty="0">
                <a:solidFill>
                  <a:srgbClr val="A31111"/>
                </a:solidFill>
                <a:latin typeface="Arial MT"/>
                <a:cs typeface="Arial MT"/>
              </a:rPr>
            </a:br>
            <a:r>
              <a:rPr lang="en-IN" sz="5000" spc="200" dirty="0" err="1">
                <a:solidFill>
                  <a:srgbClr val="A31111"/>
                </a:solidFill>
                <a:latin typeface="Arial MT"/>
                <a:cs typeface="Arial MT"/>
              </a:rPr>
              <a:t>Shreeviraj</a:t>
            </a:r>
            <a:r>
              <a:rPr lang="en-IN" sz="5000" spc="200" dirty="0">
                <a:solidFill>
                  <a:srgbClr val="A31111"/>
                </a:solidFill>
                <a:latin typeface="Arial MT"/>
                <a:cs typeface="Arial MT"/>
              </a:rPr>
              <a:t> Matale</a:t>
            </a:r>
            <a:endParaRPr sz="5000" dirty="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46465" y="4000500"/>
            <a:ext cx="14431735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4400" dirty="0"/>
              <a:t>Local Disaster Warning &amp; Response Coordination Platform</a:t>
            </a:r>
            <a:endParaRPr sz="44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9657" y="0"/>
            <a:ext cx="1304924" cy="12287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4825205" y="-9690"/>
            <a:ext cx="3472815" cy="1597660"/>
            <a:chOff x="14825205" y="-9690"/>
            <a:chExt cx="3472815" cy="1597660"/>
          </a:xfrm>
        </p:grpSpPr>
        <p:sp>
          <p:nvSpPr>
            <p:cNvPr id="6" name="object 6"/>
            <p:cNvSpPr/>
            <p:nvPr/>
          </p:nvSpPr>
          <p:spPr>
            <a:xfrm>
              <a:off x="15073757" y="0"/>
              <a:ext cx="3214370" cy="1587500"/>
            </a:xfrm>
            <a:custGeom>
              <a:avLst/>
              <a:gdLst/>
              <a:ahLst/>
              <a:cxnLst/>
              <a:rect l="l" t="t" r="r" b="b"/>
              <a:pathLst>
                <a:path w="3214369" h="1587500">
                  <a:moveTo>
                    <a:pt x="1380126" y="1587501"/>
                  </a:moveTo>
                  <a:lnTo>
                    <a:pt x="1323508" y="1587501"/>
                  </a:lnTo>
                  <a:lnTo>
                    <a:pt x="1271146" y="1585860"/>
                  </a:lnTo>
                  <a:lnTo>
                    <a:pt x="1220449" y="1582872"/>
                  </a:lnTo>
                  <a:lnTo>
                    <a:pt x="1171466" y="1578748"/>
                  </a:lnTo>
                  <a:lnTo>
                    <a:pt x="1124247" y="1573702"/>
                  </a:lnTo>
                  <a:lnTo>
                    <a:pt x="1078843" y="1567947"/>
                  </a:lnTo>
                  <a:lnTo>
                    <a:pt x="1035302" y="1561695"/>
                  </a:lnTo>
                  <a:lnTo>
                    <a:pt x="954010" y="1548551"/>
                  </a:lnTo>
                  <a:lnTo>
                    <a:pt x="722211" y="1507595"/>
                  </a:lnTo>
                  <a:lnTo>
                    <a:pt x="666267" y="1496605"/>
                  </a:lnTo>
                  <a:lnTo>
                    <a:pt x="614192" y="1485415"/>
                  </a:lnTo>
                  <a:lnTo>
                    <a:pt x="565675" y="1473757"/>
                  </a:lnTo>
                  <a:lnTo>
                    <a:pt x="520407" y="1461358"/>
                  </a:lnTo>
                  <a:lnTo>
                    <a:pt x="478077" y="1447949"/>
                  </a:lnTo>
                  <a:lnTo>
                    <a:pt x="438375" y="1433257"/>
                  </a:lnTo>
                  <a:lnTo>
                    <a:pt x="400990" y="1417012"/>
                  </a:lnTo>
                  <a:lnTo>
                    <a:pt x="365613" y="1398943"/>
                  </a:lnTo>
                  <a:lnTo>
                    <a:pt x="331933" y="1378779"/>
                  </a:lnTo>
                  <a:lnTo>
                    <a:pt x="299640" y="1356250"/>
                  </a:lnTo>
                  <a:lnTo>
                    <a:pt x="268424" y="1331084"/>
                  </a:lnTo>
                  <a:lnTo>
                    <a:pt x="230606" y="1295538"/>
                  </a:lnTo>
                  <a:lnTo>
                    <a:pt x="196296" y="1257463"/>
                  </a:lnTo>
                  <a:lnTo>
                    <a:pt x="165343" y="1217083"/>
                  </a:lnTo>
                  <a:lnTo>
                    <a:pt x="137597" y="1174619"/>
                  </a:lnTo>
                  <a:lnTo>
                    <a:pt x="112908" y="1130296"/>
                  </a:lnTo>
                  <a:lnTo>
                    <a:pt x="91125" y="1084336"/>
                  </a:lnTo>
                  <a:lnTo>
                    <a:pt x="72098" y="1036962"/>
                  </a:lnTo>
                  <a:lnTo>
                    <a:pt x="55675" y="988397"/>
                  </a:lnTo>
                  <a:lnTo>
                    <a:pt x="41706" y="938864"/>
                  </a:lnTo>
                  <a:lnTo>
                    <a:pt x="30042" y="888586"/>
                  </a:lnTo>
                  <a:lnTo>
                    <a:pt x="20530" y="837786"/>
                  </a:lnTo>
                  <a:lnTo>
                    <a:pt x="13021" y="786688"/>
                  </a:lnTo>
                  <a:lnTo>
                    <a:pt x="7364" y="735514"/>
                  </a:lnTo>
                  <a:lnTo>
                    <a:pt x="3408" y="684487"/>
                  </a:lnTo>
                  <a:lnTo>
                    <a:pt x="1004" y="633830"/>
                  </a:lnTo>
                  <a:lnTo>
                    <a:pt x="0" y="583766"/>
                  </a:lnTo>
                  <a:lnTo>
                    <a:pt x="245" y="534519"/>
                  </a:lnTo>
                  <a:lnTo>
                    <a:pt x="1590" y="486311"/>
                  </a:lnTo>
                  <a:lnTo>
                    <a:pt x="3884" y="439365"/>
                  </a:lnTo>
                  <a:lnTo>
                    <a:pt x="6975" y="393904"/>
                  </a:lnTo>
                  <a:lnTo>
                    <a:pt x="10715" y="350151"/>
                  </a:lnTo>
                  <a:lnTo>
                    <a:pt x="14951" y="308330"/>
                  </a:lnTo>
                  <a:lnTo>
                    <a:pt x="19534" y="268663"/>
                  </a:lnTo>
                  <a:lnTo>
                    <a:pt x="29137" y="196684"/>
                  </a:lnTo>
                  <a:lnTo>
                    <a:pt x="38319" y="135998"/>
                  </a:lnTo>
                  <a:lnTo>
                    <a:pt x="53667" y="45663"/>
                  </a:lnTo>
                  <a:lnTo>
                    <a:pt x="63038" y="0"/>
                  </a:lnTo>
                  <a:lnTo>
                    <a:pt x="3214242" y="0"/>
                  </a:lnTo>
                  <a:lnTo>
                    <a:pt x="3214242" y="1260107"/>
                  </a:lnTo>
                  <a:lnTo>
                    <a:pt x="2504311" y="1260107"/>
                  </a:lnTo>
                  <a:lnTo>
                    <a:pt x="2460056" y="1260727"/>
                  </a:lnTo>
                  <a:lnTo>
                    <a:pt x="2413079" y="1264197"/>
                  </a:lnTo>
                  <a:lnTo>
                    <a:pt x="2363043" y="1270780"/>
                  </a:lnTo>
                  <a:lnTo>
                    <a:pt x="2310462" y="1280763"/>
                  </a:lnTo>
                  <a:lnTo>
                    <a:pt x="2264031" y="1292720"/>
                  </a:lnTo>
                  <a:lnTo>
                    <a:pt x="2222815" y="1306429"/>
                  </a:lnTo>
                  <a:lnTo>
                    <a:pt x="2185879" y="1321667"/>
                  </a:lnTo>
                  <a:lnTo>
                    <a:pt x="2121109" y="1355833"/>
                  </a:lnTo>
                  <a:lnTo>
                    <a:pt x="2032683" y="1412957"/>
                  </a:lnTo>
                  <a:lnTo>
                    <a:pt x="2001796" y="1432670"/>
                  </a:lnTo>
                  <a:lnTo>
                    <a:pt x="1968646" y="1452348"/>
                  </a:lnTo>
                  <a:lnTo>
                    <a:pt x="1932296" y="1471765"/>
                  </a:lnTo>
                  <a:lnTo>
                    <a:pt x="1891814" y="1490699"/>
                  </a:lnTo>
                  <a:lnTo>
                    <a:pt x="1846263" y="1508927"/>
                  </a:lnTo>
                  <a:lnTo>
                    <a:pt x="1794709" y="1526223"/>
                  </a:lnTo>
                  <a:lnTo>
                    <a:pt x="1736217" y="1542366"/>
                  </a:lnTo>
                  <a:lnTo>
                    <a:pt x="1669852" y="1557132"/>
                  </a:lnTo>
                  <a:lnTo>
                    <a:pt x="1609096" y="1567947"/>
                  </a:lnTo>
                  <a:lnTo>
                    <a:pt x="1609254" y="1567947"/>
                  </a:lnTo>
                  <a:lnTo>
                    <a:pt x="1548607" y="1576333"/>
                  </a:lnTo>
                  <a:lnTo>
                    <a:pt x="1490084" y="1582210"/>
                  </a:lnTo>
                  <a:lnTo>
                    <a:pt x="1433473" y="1585860"/>
                  </a:lnTo>
                  <a:lnTo>
                    <a:pt x="1433972" y="1585860"/>
                  </a:lnTo>
                  <a:lnTo>
                    <a:pt x="1380126" y="1587501"/>
                  </a:lnTo>
                  <a:close/>
                </a:path>
                <a:path w="3214369" h="1587500">
                  <a:moveTo>
                    <a:pt x="3214242" y="1433813"/>
                  </a:moveTo>
                  <a:lnTo>
                    <a:pt x="3167323" y="1429024"/>
                  </a:lnTo>
                  <a:lnTo>
                    <a:pt x="3117691" y="1421700"/>
                  </a:lnTo>
                  <a:lnTo>
                    <a:pt x="3071075" y="1412727"/>
                  </a:lnTo>
                  <a:lnTo>
                    <a:pt x="3027138" y="1402369"/>
                  </a:lnTo>
                  <a:lnTo>
                    <a:pt x="2985543" y="1390890"/>
                  </a:lnTo>
                  <a:lnTo>
                    <a:pt x="2945952" y="1378555"/>
                  </a:lnTo>
                  <a:lnTo>
                    <a:pt x="2908028" y="1365629"/>
                  </a:lnTo>
                  <a:lnTo>
                    <a:pt x="2871433" y="1352377"/>
                  </a:lnTo>
                  <a:lnTo>
                    <a:pt x="2800878" y="1325950"/>
                  </a:lnTo>
                  <a:lnTo>
                    <a:pt x="2766245" y="1313305"/>
                  </a:lnTo>
                  <a:lnTo>
                    <a:pt x="2696576" y="1290476"/>
                  </a:lnTo>
                  <a:lnTo>
                    <a:pt x="2624121" y="1272692"/>
                  </a:lnTo>
                  <a:lnTo>
                    <a:pt x="2586006" y="1266354"/>
                  </a:lnTo>
                  <a:lnTo>
                    <a:pt x="2546182" y="1262070"/>
                  </a:lnTo>
                  <a:lnTo>
                    <a:pt x="2504311" y="1260107"/>
                  </a:lnTo>
                  <a:lnTo>
                    <a:pt x="3214242" y="1260107"/>
                  </a:lnTo>
                  <a:lnTo>
                    <a:pt x="3214242" y="1433813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834895" y="0"/>
              <a:ext cx="3453129" cy="1346835"/>
            </a:xfrm>
            <a:custGeom>
              <a:avLst/>
              <a:gdLst/>
              <a:ahLst/>
              <a:cxnLst/>
              <a:rect l="l" t="t" r="r" b="b"/>
              <a:pathLst>
                <a:path w="3453130" h="1346835">
                  <a:moveTo>
                    <a:pt x="23112" y="0"/>
                  </a:moveTo>
                  <a:lnTo>
                    <a:pt x="14951" y="67588"/>
                  </a:lnTo>
                  <a:lnTo>
                    <a:pt x="10715" y="109410"/>
                  </a:lnTo>
                  <a:lnTo>
                    <a:pt x="6975" y="153162"/>
                  </a:lnTo>
                  <a:lnTo>
                    <a:pt x="3884" y="198623"/>
                  </a:lnTo>
                  <a:lnTo>
                    <a:pt x="1590" y="245569"/>
                  </a:lnTo>
                  <a:lnTo>
                    <a:pt x="245" y="293777"/>
                  </a:lnTo>
                  <a:lnTo>
                    <a:pt x="0" y="343025"/>
                  </a:lnTo>
                  <a:lnTo>
                    <a:pt x="1004" y="393088"/>
                  </a:lnTo>
                  <a:lnTo>
                    <a:pt x="3408" y="443745"/>
                  </a:lnTo>
                  <a:lnTo>
                    <a:pt x="7364" y="494772"/>
                  </a:lnTo>
                  <a:lnTo>
                    <a:pt x="13021" y="545946"/>
                  </a:lnTo>
                  <a:lnTo>
                    <a:pt x="20530" y="597045"/>
                  </a:lnTo>
                  <a:lnTo>
                    <a:pt x="30042" y="647844"/>
                  </a:lnTo>
                  <a:lnTo>
                    <a:pt x="41706" y="698122"/>
                  </a:lnTo>
                  <a:lnTo>
                    <a:pt x="55675" y="747655"/>
                  </a:lnTo>
                  <a:lnTo>
                    <a:pt x="72098" y="796220"/>
                  </a:lnTo>
                  <a:lnTo>
                    <a:pt x="91125" y="843594"/>
                  </a:lnTo>
                  <a:lnTo>
                    <a:pt x="112908" y="889554"/>
                  </a:lnTo>
                  <a:lnTo>
                    <a:pt x="137597" y="933878"/>
                  </a:lnTo>
                  <a:lnTo>
                    <a:pt x="165343" y="976341"/>
                  </a:lnTo>
                  <a:lnTo>
                    <a:pt x="196296" y="1016722"/>
                  </a:lnTo>
                  <a:lnTo>
                    <a:pt x="230606" y="1054796"/>
                  </a:lnTo>
                  <a:lnTo>
                    <a:pt x="268424" y="1090342"/>
                  </a:lnTo>
                  <a:lnTo>
                    <a:pt x="299640" y="1115508"/>
                  </a:lnTo>
                  <a:lnTo>
                    <a:pt x="331933" y="1138037"/>
                  </a:lnTo>
                  <a:lnTo>
                    <a:pt x="365613" y="1158201"/>
                  </a:lnTo>
                  <a:lnTo>
                    <a:pt x="400990" y="1176270"/>
                  </a:lnTo>
                  <a:lnTo>
                    <a:pt x="438375" y="1192515"/>
                  </a:lnTo>
                  <a:lnTo>
                    <a:pt x="478077" y="1207207"/>
                  </a:lnTo>
                  <a:lnTo>
                    <a:pt x="520407" y="1220617"/>
                  </a:lnTo>
                  <a:lnTo>
                    <a:pt x="565675" y="1233015"/>
                  </a:lnTo>
                  <a:lnTo>
                    <a:pt x="614192" y="1244674"/>
                  </a:lnTo>
                  <a:lnTo>
                    <a:pt x="666267" y="1255863"/>
                  </a:lnTo>
                  <a:lnTo>
                    <a:pt x="722211" y="1266854"/>
                  </a:lnTo>
                  <a:lnTo>
                    <a:pt x="782334" y="1277917"/>
                  </a:lnTo>
                  <a:lnTo>
                    <a:pt x="846946" y="1289323"/>
                  </a:lnTo>
                  <a:lnTo>
                    <a:pt x="916359" y="1301344"/>
                  </a:lnTo>
                  <a:lnTo>
                    <a:pt x="954010" y="1307810"/>
                  </a:lnTo>
                  <a:lnTo>
                    <a:pt x="993674" y="1314417"/>
                  </a:lnTo>
                  <a:lnTo>
                    <a:pt x="1035302" y="1320953"/>
                  </a:lnTo>
                  <a:lnTo>
                    <a:pt x="1078843" y="1327205"/>
                  </a:lnTo>
                  <a:lnTo>
                    <a:pt x="1124247" y="1332960"/>
                  </a:lnTo>
                  <a:lnTo>
                    <a:pt x="1171466" y="1338006"/>
                  </a:lnTo>
                  <a:lnTo>
                    <a:pt x="1220449" y="1342130"/>
                  </a:lnTo>
                  <a:lnTo>
                    <a:pt x="1271146" y="1345119"/>
                  </a:lnTo>
                  <a:lnTo>
                    <a:pt x="1323508" y="1346759"/>
                  </a:lnTo>
                  <a:lnTo>
                    <a:pt x="1377484" y="1346840"/>
                  </a:lnTo>
                  <a:lnTo>
                    <a:pt x="1433027" y="1345147"/>
                  </a:lnTo>
                  <a:lnTo>
                    <a:pt x="1490084" y="1341469"/>
                  </a:lnTo>
                  <a:lnTo>
                    <a:pt x="1548607" y="1335591"/>
                  </a:lnTo>
                  <a:lnTo>
                    <a:pt x="1608547" y="1327303"/>
                  </a:lnTo>
                  <a:lnTo>
                    <a:pt x="1669853" y="1316390"/>
                  </a:lnTo>
                  <a:lnTo>
                    <a:pt x="1736217" y="1301625"/>
                  </a:lnTo>
                  <a:lnTo>
                    <a:pt x="1794709" y="1285482"/>
                  </a:lnTo>
                  <a:lnTo>
                    <a:pt x="1846263" y="1268185"/>
                  </a:lnTo>
                  <a:lnTo>
                    <a:pt x="1891814" y="1249958"/>
                  </a:lnTo>
                  <a:lnTo>
                    <a:pt x="1932297" y="1231023"/>
                  </a:lnTo>
                  <a:lnTo>
                    <a:pt x="1968646" y="1211606"/>
                  </a:lnTo>
                  <a:lnTo>
                    <a:pt x="2001796" y="1191929"/>
                  </a:lnTo>
                  <a:lnTo>
                    <a:pt x="2062240" y="1152689"/>
                  </a:lnTo>
                  <a:lnTo>
                    <a:pt x="2091404" y="1133573"/>
                  </a:lnTo>
                  <a:lnTo>
                    <a:pt x="2152289" y="1097468"/>
                  </a:lnTo>
                  <a:lnTo>
                    <a:pt x="2222815" y="1065688"/>
                  </a:lnTo>
                  <a:lnTo>
                    <a:pt x="2264031" y="1051978"/>
                  </a:lnTo>
                  <a:lnTo>
                    <a:pt x="2310463" y="1040021"/>
                  </a:lnTo>
                  <a:lnTo>
                    <a:pt x="2363043" y="1030039"/>
                  </a:lnTo>
                  <a:lnTo>
                    <a:pt x="2413079" y="1023455"/>
                  </a:lnTo>
                  <a:lnTo>
                    <a:pt x="2460056" y="1019986"/>
                  </a:lnTo>
                  <a:lnTo>
                    <a:pt x="2504311" y="1019365"/>
                  </a:lnTo>
                  <a:lnTo>
                    <a:pt x="2546182" y="1021329"/>
                  </a:lnTo>
                  <a:lnTo>
                    <a:pt x="2586006" y="1025612"/>
                  </a:lnTo>
                  <a:lnTo>
                    <a:pt x="2624121" y="1031951"/>
                  </a:lnTo>
                  <a:lnTo>
                    <a:pt x="2696576" y="1049735"/>
                  </a:lnTo>
                  <a:lnTo>
                    <a:pt x="2766245" y="1072564"/>
                  </a:lnTo>
                  <a:lnTo>
                    <a:pt x="2835829" y="1098320"/>
                  </a:lnTo>
                  <a:lnTo>
                    <a:pt x="2871433" y="1111635"/>
                  </a:lnTo>
                  <a:lnTo>
                    <a:pt x="2908028" y="1124888"/>
                  </a:lnTo>
                  <a:lnTo>
                    <a:pt x="2945953" y="1137814"/>
                  </a:lnTo>
                  <a:lnTo>
                    <a:pt x="2985543" y="1150148"/>
                  </a:lnTo>
                  <a:lnTo>
                    <a:pt x="3027138" y="1161627"/>
                  </a:lnTo>
                  <a:lnTo>
                    <a:pt x="3071075" y="1171986"/>
                  </a:lnTo>
                  <a:lnTo>
                    <a:pt x="3117691" y="1180959"/>
                  </a:lnTo>
                  <a:lnTo>
                    <a:pt x="3167323" y="1188282"/>
                  </a:lnTo>
                  <a:lnTo>
                    <a:pt x="3220310" y="1193691"/>
                  </a:lnTo>
                  <a:lnTo>
                    <a:pt x="3276989" y="1196920"/>
                  </a:lnTo>
                  <a:lnTo>
                    <a:pt x="3337696" y="1197706"/>
                  </a:lnTo>
                  <a:lnTo>
                    <a:pt x="3402771" y="1195784"/>
                  </a:lnTo>
                  <a:lnTo>
                    <a:pt x="3432308" y="1194208"/>
                  </a:lnTo>
                  <a:lnTo>
                    <a:pt x="3453103" y="1192858"/>
                  </a:lnTo>
                </a:path>
              </a:pathLst>
            </a:custGeom>
            <a:ln w="1938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3707293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4" y="325761"/>
                </a:moveTo>
                <a:lnTo>
                  <a:pt x="205128" y="319059"/>
                </a:lnTo>
                <a:lnTo>
                  <a:pt x="244126" y="302485"/>
                </a:lnTo>
                <a:lnTo>
                  <a:pt x="277767" y="277308"/>
                </a:lnTo>
                <a:lnTo>
                  <a:pt x="303969" y="244801"/>
                </a:lnTo>
                <a:lnTo>
                  <a:pt x="320650" y="206235"/>
                </a:lnTo>
                <a:lnTo>
                  <a:pt x="325728" y="162880"/>
                </a:lnTo>
                <a:lnTo>
                  <a:pt x="319027" y="120615"/>
                </a:lnTo>
                <a:lnTo>
                  <a:pt x="302555" y="81861"/>
                </a:lnTo>
                <a:lnTo>
                  <a:pt x="302453" y="81622"/>
                </a:lnTo>
                <a:lnTo>
                  <a:pt x="277379" y="48119"/>
                </a:lnTo>
                <a:lnTo>
                  <a:pt x="244771" y="21778"/>
                </a:lnTo>
                <a:lnTo>
                  <a:pt x="206206" y="5090"/>
                </a:lnTo>
                <a:lnTo>
                  <a:pt x="162854" y="0"/>
                </a:lnTo>
                <a:lnTo>
                  <a:pt x="119501" y="6750"/>
                </a:lnTo>
                <a:lnTo>
                  <a:pt x="80955" y="23335"/>
                </a:lnTo>
                <a:lnTo>
                  <a:pt x="48963" y="48119"/>
                </a:lnTo>
                <a:lnTo>
                  <a:pt x="162854" y="48119"/>
                </a:lnTo>
                <a:lnTo>
                  <a:pt x="206832" y="57849"/>
                </a:lnTo>
                <a:lnTo>
                  <a:pt x="243887" y="82200"/>
                </a:lnTo>
                <a:lnTo>
                  <a:pt x="269114" y="118201"/>
                </a:lnTo>
                <a:lnTo>
                  <a:pt x="277609" y="162880"/>
                </a:lnTo>
                <a:lnTo>
                  <a:pt x="267883" y="206858"/>
                </a:lnTo>
                <a:lnTo>
                  <a:pt x="243538" y="243914"/>
                </a:lnTo>
                <a:lnTo>
                  <a:pt x="207541" y="269143"/>
                </a:lnTo>
                <a:lnTo>
                  <a:pt x="162854" y="277641"/>
                </a:lnTo>
                <a:lnTo>
                  <a:pt x="48334" y="277641"/>
                </a:lnTo>
                <a:lnTo>
                  <a:pt x="48448" y="277795"/>
                </a:lnTo>
                <a:lnTo>
                  <a:pt x="80951" y="303998"/>
                </a:lnTo>
                <a:lnTo>
                  <a:pt x="119510" y="320680"/>
                </a:lnTo>
                <a:lnTo>
                  <a:pt x="162854" y="325761"/>
                </a:lnTo>
                <a:close/>
              </a:path>
              <a:path w="325754" h="325755">
                <a:moveTo>
                  <a:pt x="48119" y="162880"/>
                </a:moveTo>
                <a:lnTo>
                  <a:pt x="57834" y="118913"/>
                </a:lnTo>
                <a:lnTo>
                  <a:pt x="82178" y="81861"/>
                </a:lnTo>
                <a:lnTo>
                  <a:pt x="118176" y="56628"/>
                </a:lnTo>
                <a:lnTo>
                  <a:pt x="162854" y="48119"/>
                </a:lnTo>
                <a:lnTo>
                  <a:pt x="48963" y="48119"/>
                </a:lnTo>
                <a:lnTo>
                  <a:pt x="48475" y="48497"/>
                </a:lnTo>
                <a:lnTo>
                  <a:pt x="23317" y="80980"/>
                </a:lnTo>
                <a:lnTo>
                  <a:pt x="6739" y="119527"/>
                </a:lnTo>
                <a:lnTo>
                  <a:pt x="3613" y="139638"/>
                </a:lnTo>
                <a:lnTo>
                  <a:pt x="23323" y="139638"/>
                </a:lnTo>
                <a:lnTo>
                  <a:pt x="39986" y="145438"/>
                </a:lnTo>
                <a:lnTo>
                  <a:pt x="48119" y="162880"/>
                </a:lnTo>
                <a:close/>
              </a:path>
              <a:path w="325754" h="325755">
                <a:moveTo>
                  <a:pt x="23323" y="186141"/>
                </a:moveTo>
                <a:lnTo>
                  <a:pt x="40048" y="180315"/>
                </a:lnTo>
                <a:lnTo>
                  <a:pt x="48119" y="162880"/>
                </a:lnTo>
                <a:lnTo>
                  <a:pt x="39986" y="145438"/>
                </a:lnTo>
                <a:lnTo>
                  <a:pt x="23323" y="139638"/>
                </a:lnTo>
                <a:lnTo>
                  <a:pt x="6966" y="145438"/>
                </a:lnTo>
                <a:lnTo>
                  <a:pt x="0" y="162880"/>
                </a:lnTo>
                <a:lnTo>
                  <a:pt x="6957" y="180315"/>
                </a:lnTo>
                <a:lnTo>
                  <a:pt x="23323" y="186141"/>
                </a:lnTo>
                <a:close/>
              </a:path>
              <a:path w="325754" h="325755">
                <a:moveTo>
                  <a:pt x="0" y="162880"/>
                </a:moveTo>
                <a:lnTo>
                  <a:pt x="6966" y="145438"/>
                </a:lnTo>
                <a:lnTo>
                  <a:pt x="23323" y="139638"/>
                </a:lnTo>
                <a:lnTo>
                  <a:pt x="3613" y="139638"/>
                </a:lnTo>
                <a:lnTo>
                  <a:pt x="0" y="162880"/>
                </a:lnTo>
                <a:close/>
              </a:path>
              <a:path w="325754" h="325755">
                <a:moveTo>
                  <a:pt x="48334" y="277641"/>
                </a:moveTo>
                <a:lnTo>
                  <a:pt x="162854" y="277641"/>
                </a:lnTo>
                <a:lnTo>
                  <a:pt x="118178" y="267885"/>
                </a:lnTo>
                <a:lnTo>
                  <a:pt x="82204" y="243548"/>
                </a:lnTo>
                <a:lnTo>
                  <a:pt x="57871" y="207567"/>
                </a:lnTo>
                <a:lnTo>
                  <a:pt x="48119" y="162880"/>
                </a:lnTo>
                <a:lnTo>
                  <a:pt x="40048" y="180315"/>
                </a:lnTo>
                <a:lnTo>
                  <a:pt x="23323" y="186141"/>
                </a:lnTo>
                <a:lnTo>
                  <a:pt x="3687" y="186141"/>
                </a:lnTo>
                <a:lnTo>
                  <a:pt x="6701" y="205154"/>
                </a:lnTo>
                <a:lnTo>
                  <a:pt x="23173" y="243914"/>
                </a:lnTo>
                <a:lnTo>
                  <a:pt x="23274" y="244153"/>
                </a:lnTo>
                <a:lnTo>
                  <a:pt x="48334" y="277641"/>
                </a:lnTo>
                <a:close/>
              </a:path>
              <a:path w="325754" h="325755">
                <a:moveTo>
                  <a:pt x="3687" y="186141"/>
                </a:moveTo>
                <a:lnTo>
                  <a:pt x="23323" y="186141"/>
                </a:lnTo>
                <a:lnTo>
                  <a:pt x="6957" y="180315"/>
                </a:lnTo>
                <a:lnTo>
                  <a:pt x="0" y="162880"/>
                </a:lnTo>
                <a:lnTo>
                  <a:pt x="3687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39708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4" y="325761"/>
                </a:moveTo>
                <a:lnTo>
                  <a:pt x="205126" y="319059"/>
                </a:lnTo>
                <a:lnTo>
                  <a:pt x="244121" y="302485"/>
                </a:lnTo>
                <a:lnTo>
                  <a:pt x="277758" y="277308"/>
                </a:lnTo>
                <a:lnTo>
                  <a:pt x="303959" y="244801"/>
                </a:lnTo>
                <a:lnTo>
                  <a:pt x="320642" y="206235"/>
                </a:lnTo>
                <a:lnTo>
                  <a:pt x="325728" y="162880"/>
                </a:lnTo>
                <a:lnTo>
                  <a:pt x="319026" y="120615"/>
                </a:lnTo>
                <a:lnTo>
                  <a:pt x="302550" y="81861"/>
                </a:lnTo>
                <a:lnTo>
                  <a:pt x="302449" y="81622"/>
                </a:lnTo>
                <a:lnTo>
                  <a:pt x="277372" y="48119"/>
                </a:lnTo>
                <a:lnTo>
                  <a:pt x="277270" y="47982"/>
                </a:lnTo>
                <a:lnTo>
                  <a:pt x="244763" y="21778"/>
                </a:lnTo>
                <a:lnTo>
                  <a:pt x="206200" y="5090"/>
                </a:lnTo>
                <a:lnTo>
                  <a:pt x="162854" y="0"/>
                </a:lnTo>
                <a:lnTo>
                  <a:pt x="119502" y="6750"/>
                </a:lnTo>
                <a:lnTo>
                  <a:pt x="80960" y="23335"/>
                </a:lnTo>
                <a:lnTo>
                  <a:pt x="48971" y="48119"/>
                </a:lnTo>
                <a:lnTo>
                  <a:pt x="162854" y="48119"/>
                </a:lnTo>
                <a:lnTo>
                  <a:pt x="206829" y="57849"/>
                </a:lnTo>
                <a:lnTo>
                  <a:pt x="243878" y="82200"/>
                </a:lnTo>
                <a:lnTo>
                  <a:pt x="269104" y="118201"/>
                </a:lnTo>
                <a:lnTo>
                  <a:pt x="277609" y="162880"/>
                </a:lnTo>
                <a:lnTo>
                  <a:pt x="267883" y="206858"/>
                </a:lnTo>
                <a:lnTo>
                  <a:pt x="243538" y="243914"/>
                </a:lnTo>
                <a:lnTo>
                  <a:pt x="207541" y="269143"/>
                </a:lnTo>
                <a:lnTo>
                  <a:pt x="162854" y="277641"/>
                </a:lnTo>
                <a:lnTo>
                  <a:pt x="48319" y="277641"/>
                </a:lnTo>
                <a:lnTo>
                  <a:pt x="48434" y="277795"/>
                </a:lnTo>
                <a:lnTo>
                  <a:pt x="80945" y="303998"/>
                </a:lnTo>
                <a:lnTo>
                  <a:pt x="119511" y="320680"/>
                </a:lnTo>
                <a:lnTo>
                  <a:pt x="162854" y="325761"/>
                </a:lnTo>
                <a:close/>
              </a:path>
              <a:path w="325754" h="325755">
                <a:moveTo>
                  <a:pt x="48119" y="162880"/>
                </a:moveTo>
                <a:lnTo>
                  <a:pt x="57824" y="118913"/>
                </a:lnTo>
                <a:lnTo>
                  <a:pt x="82166" y="81861"/>
                </a:lnTo>
                <a:lnTo>
                  <a:pt x="118167" y="56628"/>
                </a:lnTo>
                <a:lnTo>
                  <a:pt x="162854" y="48119"/>
                </a:lnTo>
                <a:lnTo>
                  <a:pt x="48971" y="48119"/>
                </a:lnTo>
                <a:lnTo>
                  <a:pt x="48482" y="48497"/>
                </a:lnTo>
                <a:lnTo>
                  <a:pt x="23326" y="80980"/>
                </a:lnTo>
                <a:lnTo>
                  <a:pt x="6746" y="119527"/>
                </a:lnTo>
                <a:lnTo>
                  <a:pt x="3616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4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4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16" y="139638"/>
                </a:lnTo>
                <a:lnTo>
                  <a:pt x="0" y="162880"/>
                </a:lnTo>
                <a:close/>
              </a:path>
              <a:path w="325754" h="325755">
                <a:moveTo>
                  <a:pt x="48319" y="277641"/>
                </a:moveTo>
                <a:lnTo>
                  <a:pt x="162854" y="277641"/>
                </a:lnTo>
                <a:lnTo>
                  <a:pt x="118158" y="267885"/>
                </a:lnTo>
                <a:lnTo>
                  <a:pt x="82190" y="243548"/>
                </a:lnTo>
                <a:lnTo>
                  <a:pt x="57869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77" y="186141"/>
                </a:lnTo>
                <a:lnTo>
                  <a:pt x="6684" y="205154"/>
                </a:lnTo>
                <a:lnTo>
                  <a:pt x="23153" y="243914"/>
                </a:lnTo>
                <a:lnTo>
                  <a:pt x="23254" y="244153"/>
                </a:lnTo>
                <a:lnTo>
                  <a:pt x="48319" y="277641"/>
                </a:lnTo>
                <a:close/>
              </a:path>
              <a:path w="325754" h="325755">
                <a:moveTo>
                  <a:pt x="3677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77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72117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5" h="325755">
                <a:moveTo>
                  <a:pt x="162835" y="325761"/>
                </a:moveTo>
                <a:lnTo>
                  <a:pt x="205128" y="319059"/>
                </a:lnTo>
                <a:lnTo>
                  <a:pt x="244134" y="302485"/>
                </a:lnTo>
                <a:lnTo>
                  <a:pt x="277776" y="277308"/>
                </a:lnTo>
                <a:lnTo>
                  <a:pt x="303976" y="244801"/>
                </a:lnTo>
                <a:lnTo>
                  <a:pt x="320654" y="206235"/>
                </a:lnTo>
                <a:lnTo>
                  <a:pt x="325735" y="162880"/>
                </a:lnTo>
                <a:lnTo>
                  <a:pt x="319028" y="120615"/>
                </a:lnTo>
                <a:lnTo>
                  <a:pt x="302552" y="81861"/>
                </a:lnTo>
                <a:lnTo>
                  <a:pt x="302450" y="81622"/>
                </a:lnTo>
                <a:lnTo>
                  <a:pt x="277373" y="48119"/>
                </a:lnTo>
                <a:lnTo>
                  <a:pt x="277271" y="47982"/>
                </a:lnTo>
                <a:lnTo>
                  <a:pt x="244761" y="21778"/>
                </a:lnTo>
                <a:lnTo>
                  <a:pt x="206193" y="5090"/>
                </a:lnTo>
                <a:lnTo>
                  <a:pt x="162835" y="0"/>
                </a:lnTo>
                <a:lnTo>
                  <a:pt x="119487" y="6750"/>
                </a:lnTo>
                <a:lnTo>
                  <a:pt x="80940" y="23335"/>
                </a:lnTo>
                <a:lnTo>
                  <a:pt x="48944" y="48119"/>
                </a:lnTo>
                <a:lnTo>
                  <a:pt x="162835" y="48119"/>
                </a:lnTo>
                <a:lnTo>
                  <a:pt x="206817" y="57849"/>
                </a:lnTo>
                <a:lnTo>
                  <a:pt x="243876" y="82200"/>
                </a:lnTo>
                <a:lnTo>
                  <a:pt x="269110" y="118201"/>
                </a:lnTo>
                <a:lnTo>
                  <a:pt x="277616" y="162880"/>
                </a:lnTo>
                <a:lnTo>
                  <a:pt x="267873" y="206858"/>
                </a:lnTo>
                <a:lnTo>
                  <a:pt x="243515" y="243914"/>
                </a:lnTo>
                <a:lnTo>
                  <a:pt x="207512" y="269143"/>
                </a:lnTo>
                <a:lnTo>
                  <a:pt x="162835" y="277641"/>
                </a:lnTo>
                <a:lnTo>
                  <a:pt x="48341" y="277641"/>
                </a:lnTo>
                <a:lnTo>
                  <a:pt x="48456" y="277795"/>
                </a:lnTo>
                <a:lnTo>
                  <a:pt x="80954" y="303998"/>
                </a:lnTo>
                <a:lnTo>
                  <a:pt x="119505" y="320680"/>
                </a:lnTo>
                <a:lnTo>
                  <a:pt x="162835" y="325761"/>
                </a:lnTo>
                <a:close/>
              </a:path>
              <a:path w="325755" h="325755">
                <a:moveTo>
                  <a:pt x="48119" y="162880"/>
                </a:moveTo>
                <a:lnTo>
                  <a:pt x="57824" y="118913"/>
                </a:lnTo>
                <a:lnTo>
                  <a:pt x="82163" y="81861"/>
                </a:lnTo>
                <a:lnTo>
                  <a:pt x="118159" y="56628"/>
                </a:lnTo>
                <a:lnTo>
                  <a:pt x="162835" y="48119"/>
                </a:lnTo>
                <a:lnTo>
                  <a:pt x="48944" y="48119"/>
                </a:lnTo>
                <a:lnTo>
                  <a:pt x="48456" y="48497"/>
                </a:lnTo>
                <a:lnTo>
                  <a:pt x="23296" y="80980"/>
                </a:lnTo>
                <a:lnTo>
                  <a:pt x="6724" y="119527"/>
                </a:lnTo>
                <a:lnTo>
                  <a:pt x="3604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5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5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04" y="139638"/>
                </a:lnTo>
                <a:lnTo>
                  <a:pt x="0" y="162880"/>
                </a:lnTo>
                <a:close/>
              </a:path>
              <a:path w="325755" h="325755">
                <a:moveTo>
                  <a:pt x="48341" y="277641"/>
                </a:moveTo>
                <a:lnTo>
                  <a:pt x="162835" y="277641"/>
                </a:lnTo>
                <a:lnTo>
                  <a:pt x="118177" y="267885"/>
                </a:lnTo>
                <a:lnTo>
                  <a:pt x="82211" y="243548"/>
                </a:lnTo>
                <a:lnTo>
                  <a:pt x="57878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90" y="186141"/>
                </a:lnTo>
                <a:lnTo>
                  <a:pt x="6706" y="205154"/>
                </a:lnTo>
                <a:lnTo>
                  <a:pt x="23181" y="243914"/>
                </a:lnTo>
                <a:lnTo>
                  <a:pt x="23282" y="244153"/>
                </a:lnTo>
                <a:lnTo>
                  <a:pt x="48341" y="277641"/>
                </a:lnTo>
                <a:close/>
              </a:path>
              <a:path w="325755" h="325755">
                <a:moveTo>
                  <a:pt x="3690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90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04526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5" h="325755">
                <a:moveTo>
                  <a:pt x="162835" y="325761"/>
                </a:moveTo>
                <a:lnTo>
                  <a:pt x="205128" y="319059"/>
                </a:lnTo>
                <a:lnTo>
                  <a:pt x="244134" y="302485"/>
                </a:lnTo>
                <a:lnTo>
                  <a:pt x="277776" y="277308"/>
                </a:lnTo>
                <a:lnTo>
                  <a:pt x="303976" y="244801"/>
                </a:lnTo>
                <a:lnTo>
                  <a:pt x="320654" y="206235"/>
                </a:lnTo>
                <a:lnTo>
                  <a:pt x="325735" y="162880"/>
                </a:lnTo>
                <a:lnTo>
                  <a:pt x="319028" y="120615"/>
                </a:lnTo>
                <a:lnTo>
                  <a:pt x="302552" y="81861"/>
                </a:lnTo>
                <a:lnTo>
                  <a:pt x="302450" y="81622"/>
                </a:lnTo>
                <a:lnTo>
                  <a:pt x="277373" y="48119"/>
                </a:lnTo>
                <a:lnTo>
                  <a:pt x="277271" y="47982"/>
                </a:lnTo>
                <a:lnTo>
                  <a:pt x="244761" y="21778"/>
                </a:lnTo>
                <a:lnTo>
                  <a:pt x="206193" y="5090"/>
                </a:lnTo>
                <a:lnTo>
                  <a:pt x="162835" y="0"/>
                </a:lnTo>
                <a:lnTo>
                  <a:pt x="119491" y="6750"/>
                </a:lnTo>
                <a:lnTo>
                  <a:pt x="80954" y="23335"/>
                </a:lnTo>
                <a:lnTo>
                  <a:pt x="48968" y="48119"/>
                </a:lnTo>
                <a:lnTo>
                  <a:pt x="162835" y="48119"/>
                </a:lnTo>
                <a:lnTo>
                  <a:pt x="206817" y="57849"/>
                </a:lnTo>
                <a:lnTo>
                  <a:pt x="243876" y="82200"/>
                </a:lnTo>
                <a:lnTo>
                  <a:pt x="269110" y="118201"/>
                </a:lnTo>
                <a:lnTo>
                  <a:pt x="277616" y="162880"/>
                </a:lnTo>
                <a:lnTo>
                  <a:pt x="267883" y="206858"/>
                </a:lnTo>
                <a:lnTo>
                  <a:pt x="243539" y="243914"/>
                </a:lnTo>
                <a:lnTo>
                  <a:pt x="207539" y="269143"/>
                </a:lnTo>
                <a:lnTo>
                  <a:pt x="162835" y="277641"/>
                </a:lnTo>
                <a:lnTo>
                  <a:pt x="48341" y="277641"/>
                </a:lnTo>
                <a:lnTo>
                  <a:pt x="48456" y="277795"/>
                </a:lnTo>
                <a:lnTo>
                  <a:pt x="80954" y="303998"/>
                </a:lnTo>
                <a:lnTo>
                  <a:pt x="119505" y="320680"/>
                </a:lnTo>
                <a:lnTo>
                  <a:pt x="162835" y="325761"/>
                </a:lnTo>
                <a:close/>
              </a:path>
              <a:path w="325755" h="325755">
                <a:moveTo>
                  <a:pt x="48119" y="162880"/>
                </a:moveTo>
                <a:lnTo>
                  <a:pt x="57851" y="118913"/>
                </a:lnTo>
                <a:lnTo>
                  <a:pt x="82187" y="81861"/>
                </a:lnTo>
                <a:lnTo>
                  <a:pt x="118168" y="56628"/>
                </a:lnTo>
                <a:lnTo>
                  <a:pt x="162835" y="48119"/>
                </a:lnTo>
                <a:lnTo>
                  <a:pt x="48968" y="48119"/>
                </a:lnTo>
                <a:lnTo>
                  <a:pt x="48480" y="48497"/>
                </a:lnTo>
                <a:lnTo>
                  <a:pt x="23325" y="80980"/>
                </a:lnTo>
                <a:lnTo>
                  <a:pt x="6746" y="119527"/>
                </a:lnTo>
                <a:lnTo>
                  <a:pt x="3616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5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5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16" y="139638"/>
                </a:lnTo>
                <a:lnTo>
                  <a:pt x="0" y="162880"/>
                </a:lnTo>
                <a:close/>
              </a:path>
              <a:path w="325755" h="325755">
                <a:moveTo>
                  <a:pt x="48341" y="277641"/>
                </a:moveTo>
                <a:lnTo>
                  <a:pt x="162835" y="277641"/>
                </a:lnTo>
                <a:lnTo>
                  <a:pt x="118177" y="267885"/>
                </a:lnTo>
                <a:lnTo>
                  <a:pt x="82211" y="243548"/>
                </a:lnTo>
                <a:lnTo>
                  <a:pt x="57878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90" y="186141"/>
                </a:lnTo>
                <a:lnTo>
                  <a:pt x="6706" y="205154"/>
                </a:lnTo>
                <a:lnTo>
                  <a:pt x="23181" y="243914"/>
                </a:lnTo>
                <a:lnTo>
                  <a:pt x="23282" y="244153"/>
                </a:lnTo>
                <a:lnTo>
                  <a:pt x="48341" y="277641"/>
                </a:lnTo>
                <a:close/>
              </a:path>
              <a:path w="325755" h="325755">
                <a:moveTo>
                  <a:pt x="3690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90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36935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5" h="325755">
                <a:moveTo>
                  <a:pt x="162899" y="325761"/>
                </a:moveTo>
                <a:lnTo>
                  <a:pt x="205143" y="319059"/>
                </a:lnTo>
                <a:lnTo>
                  <a:pt x="244125" y="302485"/>
                </a:lnTo>
                <a:lnTo>
                  <a:pt x="277760" y="277308"/>
                </a:lnTo>
                <a:lnTo>
                  <a:pt x="303964" y="244801"/>
                </a:lnTo>
                <a:lnTo>
                  <a:pt x="320650" y="206235"/>
                </a:lnTo>
                <a:lnTo>
                  <a:pt x="325735" y="162880"/>
                </a:lnTo>
                <a:lnTo>
                  <a:pt x="319029" y="120615"/>
                </a:lnTo>
                <a:lnTo>
                  <a:pt x="302554" y="81861"/>
                </a:lnTo>
                <a:lnTo>
                  <a:pt x="277381" y="48119"/>
                </a:lnTo>
                <a:lnTo>
                  <a:pt x="244781" y="21778"/>
                </a:lnTo>
                <a:lnTo>
                  <a:pt x="206230" y="5090"/>
                </a:lnTo>
                <a:lnTo>
                  <a:pt x="162899" y="0"/>
                </a:lnTo>
                <a:lnTo>
                  <a:pt x="119528" y="6750"/>
                </a:lnTo>
                <a:lnTo>
                  <a:pt x="80973" y="23335"/>
                </a:lnTo>
                <a:lnTo>
                  <a:pt x="48976" y="48119"/>
                </a:lnTo>
                <a:lnTo>
                  <a:pt x="162899" y="48119"/>
                </a:lnTo>
                <a:lnTo>
                  <a:pt x="206844" y="57849"/>
                </a:lnTo>
                <a:lnTo>
                  <a:pt x="243884" y="82200"/>
                </a:lnTo>
                <a:lnTo>
                  <a:pt x="269111" y="118201"/>
                </a:lnTo>
                <a:lnTo>
                  <a:pt x="277616" y="162880"/>
                </a:lnTo>
                <a:lnTo>
                  <a:pt x="267911" y="206858"/>
                </a:lnTo>
                <a:lnTo>
                  <a:pt x="243571" y="243914"/>
                </a:lnTo>
                <a:lnTo>
                  <a:pt x="207575" y="269143"/>
                </a:lnTo>
                <a:lnTo>
                  <a:pt x="162899" y="277641"/>
                </a:lnTo>
                <a:lnTo>
                  <a:pt x="48349" y="277641"/>
                </a:lnTo>
                <a:lnTo>
                  <a:pt x="48464" y="277795"/>
                </a:lnTo>
                <a:lnTo>
                  <a:pt x="80973" y="303998"/>
                </a:lnTo>
                <a:lnTo>
                  <a:pt x="119542" y="320680"/>
                </a:lnTo>
                <a:lnTo>
                  <a:pt x="162899" y="325761"/>
                </a:lnTo>
                <a:close/>
              </a:path>
              <a:path w="325755" h="325755">
                <a:moveTo>
                  <a:pt x="48119" y="162880"/>
                </a:moveTo>
                <a:lnTo>
                  <a:pt x="57825" y="118913"/>
                </a:lnTo>
                <a:lnTo>
                  <a:pt x="82171" y="81861"/>
                </a:lnTo>
                <a:lnTo>
                  <a:pt x="118187" y="56628"/>
                </a:lnTo>
                <a:lnTo>
                  <a:pt x="162899" y="48119"/>
                </a:lnTo>
                <a:lnTo>
                  <a:pt x="48976" y="48119"/>
                </a:lnTo>
                <a:lnTo>
                  <a:pt x="48488" y="48497"/>
                </a:lnTo>
                <a:lnTo>
                  <a:pt x="23327" y="80980"/>
                </a:lnTo>
                <a:lnTo>
                  <a:pt x="6746" y="119527"/>
                </a:lnTo>
                <a:lnTo>
                  <a:pt x="3616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5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5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16" y="139638"/>
                </a:lnTo>
                <a:lnTo>
                  <a:pt x="0" y="162880"/>
                </a:lnTo>
                <a:close/>
              </a:path>
              <a:path w="325755" h="325755">
                <a:moveTo>
                  <a:pt x="48349" y="277641"/>
                </a:moveTo>
                <a:lnTo>
                  <a:pt x="162899" y="277641"/>
                </a:lnTo>
                <a:lnTo>
                  <a:pt x="118205" y="267885"/>
                </a:lnTo>
                <a:lnTo>
                  <a:pt x="82219" y="243548"/>
                </a:lnTo>
                <a:lnTo>
                  <a:pt x="57879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90" y="186141"/>
                </a:lnTo>
                <a:lnTo>
                  <a:pt x="6706" y="205154"/>
                </a:lnTo>
                <a:lnTo>
                  <a:pt x="23183" y="243914"/>
                </a:lnTo>
                <a:lnTo>
                  <a:pt x="23285" y="244153"/>
                </a:lnTo>
                <a:lnTo>
                  <a:pt x="48349" y="277641"/>
                </a:lnTo>
                <a:close/>
              </a:path>
              <a:path w="325755" h="325755">
                <a:moveTo>
                  <a:pt x="3690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90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00791" y="643671"/>
            <a:ext cx="770255" cy="770255"/>
          </a:xfrm>
          <a:custGeom>
            <a:avLst/>
            <a:gdLst/>
            <a:ahLst/>
            <a:cxnLst/>
            <a:rect l="l" t="t" r="r" b="b"/>
            <a:pathLst>
              <a:path w="770255" h="770255">
                <a:moveTo>
                  <a:pt x="385018" y="770036"/>
                </a:moveTo>
                <a:lnTo>
                  <a:pt x="433310" y="767036"/>
                </a:lnTo>
                <a:lnTo>
                  <a:pt x="479814" y="758277"/>
                </a:lnTo>
                <a:lnTo>
                  <a:pt x="524167" y="744119"/>
                </a:lnTo>
                <a:lnTo>
                  <a:pt x="566010" y="724924"/>
                </a:lnTo>
                <a:lnTo>
                  <a:pt x="604980" y="701052"/>
                </a:lnTo>
                <a:lnTo>
                  <a:pt x="640717" y="672864"/>
                </a:lnTo>
                <a:lnTo>
                  <a:pt x="672861" y="640720"/>
                </a:lnTo>
                <a:lnTo>
                  <a:pt x="701049" y="604982"/>
                </a:lnTo>
                <a:lnTo>
                  <a:pt x="724922" y="566011"/>
                </a:lnTo>
                <a:lnTo>
                  <a:pt x="744118" y="524167"/>
                </a:lnTo>
                <a:lnTo>
                  <a:pt x="758277" y="479810"/>
                </a:lnTo>
                <a:lnTo>
                  <a:pt x="767036" y="433303"/>
                </a:lnTo>
                <a:lnTo>
                  <a:pt x="770036" y="385005"/>
                </a:lnTo>
                <a:lnTo>
                  <a:pt x="767036" y="336711"/>
                </a:lnTo>
                <a:lnTo>
                  <a:pt x="758277" y="290208"/>
                </a:lnTo>
                <a:lnTo>
                  <a:pt x="744118" y="245855"/>
                </a:lnTo>
                <a:lnTo>
                  <a:pt x="724922" y="204013"/>
                </a:lnTo>
                <a:lnTo>
                  <a:pt x="701049" y="165044"/>
                </a:lnTo>
                <a:lnTo>
                  <a:pt x="672861" y="129309"/>
                </a:lnTo>
                <a:lnTo>
                  <a:pt x="640717" y="97167"/>
                </a:lnTo>
                <a:lnTo>
                  <a:pt x="604980" y="68981"/>
                </a:lnTo>
                <a:lnTo>
                  <a:pt x="566010" y="45110"/>
                </a:lnTo>
                <a:lnTo>
                  <a:pt x="524167" y="25915"/>
                </a:lnTo>
                <a:lnTo>
                  <a:pt x="479814" y="11758"/>
                </a:lnTo>
                <a:lnTo>
                  <a:pt x="433311" y="2999"/>
                </a:lnTo>
                <a:lnTo>
                  <a:pt x="385018" y="0"/>
                </a:lnTo>
                <a:lnTo>
                  <a:pt x="336713" y="2999"/>
                </a:lnTo>
                <a:lnTo>
                  <a:pt x="290201" y="11758"/>
                </a:lnTo>
                <a:lnTo>
                  <a:pt x="245842" y="25915"/>
                </a:lnTo>
                <a:lnTo>
                  <a:pt x="203998" y="45110"/>
                </a:lnTo>
                <a:lnTo>
                  <a:pt x="165028" y="68981"/>
                </a:lnTo>
                <a:lnTo>
                  <a:pt x="129293" y="97167"/>
                </a:lnTo>
                <a:lnTo>
                  <a:pt x="97153" y="129309"/>
                </a:lnTo>
                <a:lnTo>
                  <a:pt x="68969" y="165044"/>
                </a:lnTo>
                <a:lnTo>
                  <a:pt x="45101" y="204013"/>
                </a:lnTo>
                <a:lnTo>
                  <a:pt x="25910" y="245855"/>
                </a:lnTo>
                <a:lnTo>
                  <a:pt x="11755" y="290208"/>
                </a:lnTo>
                <a:lnTo>
                  <a:pt x="2999" y="336711"/>
                </a:lnTo>
                <a:lnTo>
                  <a:pt x="0" y="385005"/>
                </a:lnTo>
                <a:lnTo>
                  <a:pt x="2999" y="433303"/>
                </a:lnTo>
                <a:lnTo>
                  <a:pt x="11755" y="479810"/>
                </a:lnTo>
                <a:lnTo>
                  <a:pt x="25910" y="524167"/>
                </a:lnTo>
                <a:lnTo>
                  <a:pt x="45101" y="566011"/>
                </a:lnTo>
                <a:lnTo>
                  <a:pt x="68969" y="604982"/>
                </a:lnTo>
                <a:lnTo>
                  <a:pt x="97153" y="640720"/>
                </a:lnTo>
                <a:lnTo>
                  <a:pt x="129293" y="672864"/>
                </a:lnTo>
                <a:lnTo>
                  <a:pt x="165028" y="701052"/>
                </a:lnTo>
                <a:lnTo>
                  <a:pt x="203998" y="724924"/>
                </a:lnTo>
                <a:lnTo>
                  <a:pt x="245842" y="744119"/>
                </a:lnTo>
                <a:lnTo>
                  <a:pt x="290201" y="758277"/>
                </a:lnTo>
                <a:lnTo>
                  <a:pt x="336713" y="767036"/>
                </a:lnTo>
                <a:lnTo>
                  <a:pt x="385018" y="770036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3" name="object 3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39087" y="7567104"/>
            <a:ext cx="3649345" cy="2720340"/>
          </a:xfrm>
          <a:custGeom>
            <a:avLst/>
            <a:gdLst/>
            <a:ahLst/>
            <a:cxnLst/>
            <a:rect l="l" t="t" r="r" b="b"/>
            <a:pathLst>
              <a:path w="3649344" h="2720340">
                <a:moveTo>
                  <a:pt x="1138948" y="1625993"/>
                </a:moveTo>
                <a:lnTo>
                  <a:pt x="1057148" y="1635912"/>
                </a:lnTo>
                <a:lnTo>
                  <a:pt x="1006360" y="1663039"/>
                </a:lnTo>
                <a:lnTo>
                  <a:pt x="956259" y="1690560"/>
                </a:lnTo>
                <a:lnTo>
                  <a:pt x="906907" y="1718487"/>
                </a:lnTo>
                <a:lnTo>
                  <a:pt x="881773" y="1704543"/>
                </a:lnTo>
                <a:lnTo>
                  <a:pt x="833983" y="1733334"/>
                </a:lnTo>
                <a:lnTo>
                  <a:pt x="787031" y="1762594"/>
                </a:lnTo>
                <a:lnTo>
                  <a:pt x="740956" y="1792351"/>
                </a:lnTo>
                <a:lnTo>
                  <a:pt x="695782" y="1822589"/>
                </a:lnTo>
                <a:lnTo>
                  <a:pt x="651560" y="1853361"/>
                </a:lnTo>
                <a:lnTo>
                  <a:pt x="608304" y="1884680"/>
                </a:lnTo>
                <a:lnTo>
                  <a:pt x="566051" y="1916544"/>
                </a:lnTo>
                <a:lnTo>
                  <a:pt x="524497" y="1948802"/>
                </a:lnTo>
                <a:lnTo>
                  <a:pt x="484022" y="1981657"/>
                </a:lnTo>
                <a:lnTo>
                  <a:pt x="444677" y="2015134"/>
                </a:lnTo>
                <a:lnTo>
                  <a:pt x="429983" y="2006981"/>
                </a:lnTo>
                <a:lnTo>
                  <a:pt x="393065" y="2041817"/>
                </a:lnTo>
                <a:lnTo>
                  <a:pt x="357441" y="2077351"/>
                </a:lnTo>
                <a:lnTo>
                  <a:pt x="299707" y="2155939"/>
                </a:lnTo>
                <a:lnTo>
                  <a:pt x="266827" y="2193023"/>
                </a:lnTo>
                <a:lnTo>
                  <a:pt x="235419" y="2230894"/>
                </a:lnTo>
                <a:lnTo>
                  <a:pt x="205524" y="2269617"/>
                </a:lnTo>
                <a:lnTo>
                  <a:pt x="177190" y="2309215"/>
                </a:lnTo>
                <a:lnTo>
                  <a:pt x="150482" y="2349716"/>
                </a:lnTo>
                <a:lnTo>
                  <a:pt x="125463" y="2391130"/>
                </a:lnTo>
                <a:lnTo>
                  <a:pt x="102158" y="2433523"/>
                </a:lnTo>
                <a:lnTo>
                  <a:pt x="80657" y="2476906"/>
                </a:lnTo>
                <a:lnTo>
                  <a:pt x="60985" y="2521305"/>
                </a:lnTo>
                <a:lnTo>
                  <a:pt x="43218" y="2566759"/>
                </a:lnTo>
                <a:lnTo>
                  <a:pt x="27470" y="2613329"/>
                </a:lnTo>
                <a:lnTo>
                  <a:pt x="13741" y="2661018"/>
                </a:lnTo>
                <a:lnTo>
                  <a:pt x="1981" y="2709811"/>
                </a:lnTo>
                <a:lnTo>
                  <a:pt x="0" y="2719908"/>
                </a:lnTo>
                <a:lnTo>
                  <a:pt x="20180" y="2719908"/>
                </a:lnTo>
                <a:lnTo>
                  <a:pt x="18148" y="2718778"/>
                </a:lnTo>
                <a:lnTo>
                  <a:pt x="31165" y="2670695"/>
                </a:lnTo>
                <a:lnTo>
                  <a:pt x="46037" y="2623629"/>
                </a:lnTo>
                <a:lnTo>
                  <a:pt x="62687" y="2577554"/>
                </a:lnTo>
                <a:lnTo>
                  <a:pt x="81102" y="2532456"/>
                </a:lnTo>
                <a:lnTo>
                  <a:pt x="101219" y="2488311"/>
                </a:lnTo>
                <a:lnTo>
                  <a:pt x="122999" y="2445080"/>
                </a:lnTo>
                <a:lnTo>
                  <a:pt x="146405" y="2402751"/>
                </a:lnTo>
                <a:lnTo>
                  <a:pt x="171386" y="2361311"/>
                </a:lnTo>
                <a:lnTo>
                  <a:pt x="197904" y="2320709"/>
                </a:lnTo>
                <a:lnTo>
                  <a:pt x="225907" y="2280932"/>
                </a:lnTo>
                <a:lnTo>
                  <a:pt x="255371" y="2241969"/>
                </a:lnTo>
                <a:lnTo>
                  <a:pt x="286219" y="2203780"/>
                </a:lnTo>
                <a:lnTo>
                  <a:pt x="318452" y="2166340"/>
                </a:lnTo>
                <a:lnTo>
                  <a:pt x="351993" y="2129637"/>
                </a:lnTo>
                <a:lnTo>
                  <a:pt x="386803" y="2093645"/>
                </a:lnTo>
                <a:lnTo>
                  <a:pt x="422846" y="2058339"/>
                </a:lnTo>
                <a:lnTo>
                  <a:pt x="460082" y="2023681"/>
                </a:lnTo>
                <a:lnTo>
                  <a:pt x="498462" y="1989670"/>
                </a:lnTo>
                <a:lnTo>
                  <a:pt x="537933" y="1956257"/>
                </a:lnTo>
                <a:lnTo>
                  <a:pt x="578472" y="1923440"/>
                </a:lnTo>
                <a:lnTo>
                  <a:pt x="620026" y="1891182"/>
                </a:lnTo>
                <a:lnTo>
                  <a:pt x="662546" y="1859457"/>
                </a:lnTo>
                <a:lnTo>
                  <a:pt x="682523" y="1870544"/>
                </a:lnTo>
                <a:lnTo>
                  <a:pt x="726859" y="1839836"/>
                </a:lnTo>
                <a:lnTo>
                  <a:pt x="772033" y="1809584"/>
                </a:lnTo>
                <a:lnTo>
                  <a:pt x="818007" y="1779790"/>
                </a:lnTo>
                <a:lnTo>
                  <a:pt x="864730" y="1750402"/>
                </a:lnTo>
                <a:lnTo>
                  <a:pt x="912164" y="1721408"/>
                </a:lnTo>
                <a:lnTo>
                  <a:pt x="960272" y="1692783"/>
                </a:lnTo>
                <a:lnTo>
                  <a:pt x="985532" y="1706803"/>
                </a:lnTo>
                <a:lnTo>
                  <a:pt x="1034846" y="1678851"/>
                </a:lnTo>
                <a:lnTo>
                  <a:pt x="1086612" y="1652257"/>
                </a:lnTo>
                <a:lnTo>
                  <a:pt x="1138948" y="1625993"/>
                </a:lnTo>
                <a:close/>
              </a:path>
              <a:path w="3649344" h="2720340">
                <a:moveTo>
                  <a:pt x="1618653" y="1504975"/>
                </a:moveTo>
                <a:lnTo>
                  <a:pt x="1584045" y="1485773"/>
                </a:lnTo>
                <a:lnTo>
                  <a:pt x="1527263" y="1509572"/>
                </a:lnTo>
                <a:lnTo>
                  <a:pt x="1470799" y="1533563"/>
                </a:lnTo>
                <a:lnTo>
                  <a:pt x="1438173" y="1515452"/>
                </a:lnTo>
                <a:lnTo>
                  <a:pt x="1382445" y="1539849"/>
                </a:lnTo>
                <a:lnTo>
                  <a:pt x="1327721" y="1564792"/>
                </a:lnTo>
                <a:lnTo>
                  <a:pt x="1296924" y="1547710"/>
                </a:lnTo>
                <a:lnTo>
                  <a:pt x="1243152" y="1573187"/>
                </a:lnTo>
                <a:lnTo>
                  <a:pt x="1189913" y="1598955"/>
                </a:lnTo>
                <a:lnTo>
                  <a:pt x="1137234" y="1625028"/>
                </a:lnTo>
                <a:lnTo>
                  <a:pt x="1138948" y="1625993"/>
                </a:lnTo>
                <a:lnTo>
                  <a:pt x="1168374" y="1642313"/>
                </a:lnTo>
                <a:lnTo>
                  <a:pt x="1221790" y="1616646"/>
                </a:lnTo>
                <a:lnTo>
                  <a:pt x="1275715" y="1591246"/>
                </a:lnTo>
                <a:lnTo>
                  <a:pt x="1330121" y="1566138"/>
                </a:lnTo>
                <a:lnTo>
                  <a:pt x="1361541" y="1583550"/>
                </a:lnTo>
                <a:lnTo>
                  <a:pt x="1416850" y="1558937"/>
                </a:lnTo>
                <a:lnTo>
                  <a:pt x="1472577" y="1534566"/>
                </a:lnTo>
                <a:lnTo>
                  <a:pt x="1505267" y="1552676"/>
                </a:lnTo>
                <a:lnTo>
                  <a:pt x="1561782" y="1528724"/>
                </a:lnTo>
                <a:lnTo>
                  <a:pt x="1618653" y="1504975"/>
                </a:lnTo>
                <a:close/>
              </a:path>
              <a:path w="3649344" h="2720340">
                <a:moveTo>
                  <a:pt x="1919287" y="1450530"/>
                </a:moveTo>
                <a:lnTo>
                  <a:pt x="1883892" y="1430896"/>
                </a:lnTo>
                <a:lnTo>
                  <a:pt x="1767268" y="1476806"/>
                </a:lnTo>
                <a:lnTo>
                  <a:pt x="1732788" y="1457667"/>
                </a:lnTo>
                <a:lnTo>
                  <a:pt x="1675091" y="1480972"/>
                </a:lnTo>
                <a:lnTo>
                  <a:pt x="1617687" y="1504429"/>
                </a:lnTo>
                <a:lnTo>
                  <a:pt x="1618653" y="1504975"/>
                </a:lnTo>
                <a:lnTo>
                  <a:pt x="1652397" y="1523695"/>
                </a:lnTo>
                <a:lnTo>
                  <a:pt x="1709928" y="1500301"/>
                </a:lnTo>
                <a:lnTo>
                  <a:pt x="1767738" y="1477086"/>
                </a:lnTo>
                <a:lnTo>
                  <a:pt x="1802371" y="1496275"/>
                </a:lnTo>
                <a:lnTo>
                  <a:pt x="1919287" y="1450530"/>
                </a:lnTo>
                <a:close/>
              </a:path>
              <a:path w="3649344" h="2720340">
                <a:moveTo>
                  <a:pt x="3648900" y="68046"/>
                </a:moveTo>
                <a:lnTo>
                  <a:pt x="3607371" y="50292"/>
                </a:lnTo>
                <a:lnTo>
                  <a:pt x="3566109" y="35890"/>
                </a:lnTo>
                <a:lnTo>
                  <a:pt x="3523665" y="23939"/>
                </a:lnTo>
                <a:lnTo>
                  <a:pt x="3480206" y="14389"/>
                </a:lnTo>
                <a:lnTo>
                  <a:pt x="3435921" y="7239"/>
                </a:lnTo>
                <a:lnTo>
                  <a:pt x="3390963" y="2476"/>
                </a:lnTo>
                <a:lnTo>
                  <a:pt x="3345510" y="76"/>
                </a:lnTo>
                <a:lnTo>
                  <a:pt x="3299726" y="0"/>
                </a:lnTo>
                <a:lnTo>
                  <a:pt x="3253790" y="2260"/>
                </a:lnTo>
                <a:lnTo>
                  <a:pt x="3207867" y="6819"/>
                </a:lnTo>
                <a:lnTo>
                  <a:pt x="3162122" y="13652"/>
                </a:lnTo>
                <a:lnTo>
                  <a:pt x="3116732" y="22758"/>
                </a:lnTo>
                <a:lnTo>
                  <a:pt x="3071863" y="34112"/>
                </a:lnTo>
                <a:lnTo>
                  <a:pt x="3027680" y="47675"/>
                </a:lnTo>
                <a:lnTo>
                  <a:pt x="2984360" y="63449"/>
                </a:lnTo>
                <a:lnTo>
                  <a:pt x="2942069" y="81419"/>
                </a:lnTo>
                <a:lnTo>
                  <a:pt x="2900984" y="101549"/>
                </a:lnTo>
                <a:lnTo>
                  <a:pt x="2861272" y="123812"/>
                </a:lnTo>
                <a:lnTo>
                  <a:pt x="2823083" y="148221"/>
                </a:lnTo>
                <a:lnTo>
                  <a:pt x="2782049" y="177546"/>
                </a:lnTo>
                <a:lnTo>
                  <a:pt x="2742539" y="208432"/>
                </a:lnTo>
                <a:lnTo>
                  <a:pt x="2704503" y="240804"/>
                </a:lnTo>
                <a:lnTo>
                  <a:pt x="2667863" y="274599"/>
                </a:lnTo>
                <a:lnTo>
                  <a:pt x="2632583" y="309727"/>
                </a:lnTo>
                <a:lnTo>
                  <a:pt x="2598585" y="346113"/>
                </a:lnTo>
                <a:lnTo>
                  <a:pt x="2565806" y="383692"/>
                </a:lnTo>
                <a:lnTo>
                  <a:pt x="2534183" y="422376"/>
                </a:lnTo>
                <a:lnTo>
                  <a:pt x="2503665" y="462089"/>
                </a:lnTo>
                <a:lnTo>
                  <a:pt x="2474163" y="502767"/>
                </a:lnTo>
                <a:lnTo>
                  <a:pt x="2445639" y="544322"/>
                </a:lnTo>
                <a:lnTo>
                  <a:pt x="2418029" y="586689"/>
                </a:lnTo>
                <a:lnTo>
                  <a:pt x="2391245" y="629780"/>
                </a:lnTo>
                <a:lnTo>
                  <a:pt x="2365260" y="673519"/>
                </a:lnTo>
                <a:lnTo>
                  <a:pt x="2339975" y="717854"/>
                </a:lnTo>
                <a:lnTo>
                  <a:pt x="2315349" y="762673"/>
                </a:lnTo>
                <a:lnTo>
                  <a:pt x="2291321" y="807935"/>
                </a:lnTo>
                <a:lnTo>
                  <a:pt x="2267826" y="853541"/>
                </a:lnTo>
                <a:lnTo>
                  <a:pt x="2244788" y="899414"/>
                </a:lnTo>
                <a:lnTo>
                  <a:pt x="2222157" y="945489"/>
                </a:lnTo>
                <a:lnTo>
                  <a:pt x="2199856" y="991692"/>
                </a:lnTo>
                <a:lnTo>
                  <a:pt x="2177846" y="1037932"/>
                </a:lnTo>
                <a:lnTo>
                  <a:pt x="2156041" y="1084160"/>
                </a:lnTo>
                <a:lnTo>
                  <a:pt x="2112835" y="1176197"/>
                </a:lnTo>
                <a:lnTo>
                  <a:pt x="2091944" y="1220317"/>
                </a:lnTo>
                <a:lnTo>
                  <a:pt x="2070671" y="1264526"/>
                </a:lnTo>
                <a:lnTo>
                  <a:pt x="2048979" y="1308747"/>
                </a:lnTo>
                <a:lnTo>
                  <a:pt x="2026818" y="1352880"/>
                </a:lnTo>
                <a:lnTo>
                  <a:pt x="2004161" y="1396873"/>
                </a:lnTo>
                <a:lnTo>
                  <a:pt x="1985492" y="1432039"/>
                </a:lnTo>
                <a:lnTo>
                  <a:pt x="1977809" y="1427772"/>
                </a:lnTo>
                <a:lnTo>
                  <a:pt x="1919071" y="1450403"/>
                </a:lnTo>
                <a:lnTo>
                  <a:pt x="1919287" y="1450530"/>
                </a:lnTo>
                <a:lnTo>
                  <a:pt x="1954593" y="1470126"/>
                </a:lnTo>
                <a:lnTo>
                  <a:pt x="1967471" y="1465199"/>
                </a:lnTo>
                <a:lnTo>
                  <a:pt x="1957133" y="1484058"/>
                </a:lnTo>
                <a:lnTo>
                  <a:pt x="1932686" y="1527098"/>
                </a:lnTo>
                <a:lnTo>
                  <a:pt x="1907565" y="1569669"/>
                </a:lnTo>
                <a:lnTo>
                  <a:pt x="1881733" y="1611693"/>
                </a:lnTo>
                <a:lnTo>
                  <a:pt x="1855139" y="1653070"/>
                </a:lnTo>
                <a:lnTo>
                  <a:pt x="1827745" y="1693748"/>
                </a:lnTo>
                <a:lnTo>
                  <a:pt x="1799501" y="1733626"/>
                </a:lnTo>
                <a:lnTo>
                  <a:pt x="1770367" y="1772627"/>
                </a:lnTo>
                <a:lnTo>
                  <a:pt x="1740319" y="1810689"/>
                </a:lnTo>
                <a:lnTo>
                  <a:pt x="1709293" y="1847710"/>
                </a:lnTo>
                <a:lnTo>
                  <a:pt x="1677250" y="1883613"/>
                </a:lnTo>
                <a:lnTo>
                  <a:pt x="1644154" y="1918335"/>
                </a:lnTo>
                <a:lnTo>
                  <a:pt x="1609979" y="1951786"/>
                </a:lnTo>
                <a:lnTo>
                  <a:pt x="1574647" y="1983879"/>
                </a:lnTo>
                <a:lnTo>
                  <a:pt x="1538147" y="2014537"/>
                </a:lnTo>
                <a:lnTo>
                  <a:pt x="1500416" y="2043696"/>
                </a:lnTo>
                <a:lnTo>
                  <a:pt x="1461427" y="2071255"/>
                </a:lnTo>
                <a:lnTo>
                  <a:pt x="1421130" y="2097151"/>
                </a:lnTo>
                <a:lnTo>
                  <a:pt x="1379486" y="2121293"/>
                </a:lnTo>
                <a:lnTo>
                  <a:pt x="1336459" y="2143595"/>
                </a:lnTo>
                <a:lnTo>
                  <a:pt x="1293177" y="2163534"/>
                </a:lnTo>
                <a:lnTo>
                  <a:pt x="1248943" y="2181682"/>
                </a:lnTo>
                <a:lnTo>
                  <a:pt x="1203858" y="2198243"/>
                </a:lnTo>
                <a:lnTo>
                  <a:pt x="1158049" y="2213419"/>
                </a:lnTo>
                <a:lnTo>
                  <a:pt x="1111618" y="2227402"/>
                </a:lnTo>
                <a:lnTo>
                  <a:pt x="1064704" y="2240381"/>
                </a:lnTo>
                <a:lnTo>
                  <a:pt x="1017397" y="2252561"/>
                </a:lnTo>
                <a:lnTo>
                  <a:pt x="969848" y="2264143"/>
                </a:lnTo>
                <a:lnTo>
                  <a:pt x="779348" y="2308377"/>
                </a:lnTo>
                <a:lnTo>
                  <a:pt x="732231" y="2319883"/>
                </a:lnTo>
                <a:lnTo>
                  <a:pt x="685571" y="2331974"/>
                </a:lnTo>
                <a:lnTo>
                  <a:pt x="639470" y="2344839"/>
                </a:lnTo>
                <a:lnTo>
                  <a:pt x="594042" y="2358682"/>
                </a:lnTo>
                <a:lnTo>
                  <a:pt x="549402" y="2373680"/>
                </a:lnTo>
                <a:lnTo>
                  <a:pt x="505675" y="2390038"/>
                </a:lnTo>
                <a:lnTo>
                  <a:pt x="462978" y="2407970"/>
                </a:lnTo>
                <a:lnTo>
                  <a:pt x="421436" y="2427643"/>
                </a:lnTo>
                <a:lnTo>
                  <a:pt x="381139" y="2449284"/>
                </a:lnTo>
                <a:lnTo>
                  <a:pt x="342226" y="2473058"/>
                </a:lnTo>
                <a:lnTo>
                  <a:pt x="304812" y="2499195"/>
                </a:lnTo>
                <a:lnTo>
                  <a:pt x="269011" y="2527858"/>
                </a:lnTo>
                <a:lnTo>
                  <a:pt x="234937" y="2559278"/>
                </a:lnTo>
                <a:lnTo>
                  <a:pt x="202717" y="2593619"/>
                </a:lnTo>
                <a:lnTo>
                  <a:pt x="173164" y="2630589"/>
                </a:lnTo>
                <a:lnTo>
                  <a:pt x="147053" y="2669489"/>
                </a:lnTo>
                <a:lnTo>
                  <a:pt x="124345" y="2710142"/>
                </a:lnTo>
                <a:lnTo>
                  <a:pt x="119862" y="2719908"/>
                </a:lnTo>
                <a:lnTo>
                  <a:pt x="3648900" y="2719908"/>
                </a:lnTo>
                <a:lnTo>
                  <a:pt x="3648900" y="1232039"/>
                </a:lnTo>
                <a:lnTo>
                  <a:pt x="3648900" y="1202334"/>
                </a:lnTo>
                <a:lnTo>
                  <a:pt x="3648900" y="68046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265211" y="-151048"/>
            <a:ext cx="11757577" cy="1232389"/>
          </a:xfrm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4243070">
              <a:lnSpc>
                <a:spcPct val="100000"/>
              </a:lnSpc>
              <a:spcBef>
                <a:spcPts val="90"/>
              </a:spcBef>
            </a:pPr>
            <a:r>
              <a:rPr sz="6600" spc="-25" dirty="0"/>
              <a:t>ABSTRACT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20540"/>
            <a:ext cx="2876477" cy="6795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38424" y="226676"/>
            <a:ext cx="1470240" cy="57439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417320"/>
            <a:ext cx="7543800" cy="278892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88720" y="1645920"/>
            <a:ext cx="731520" cy="73152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aExclamation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828800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03120" y="169164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31111"/>
                </a:solidFill>
                <a:latin typeface="Poppins"/>
              </a:rPr>
              <a:t>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514600"/>
            <a:ext cx="69951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Poppins"/>
              </a:rPr>
              <a:t>Warnings arrive, but responders don't know which settlements are hit first, which roads are still open, or which ground reports are real — so help is coordinated over phone calls.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417320"/>
            <a:ext cx="7543800" cy="2788920"/>
          </a:xfrm>
          <a:prstGeom prst="roundRect">
            <a:avLst>
              <a:gd name="adj" fmla="val 8000"/>
            </a:avLst>
          </a:prstGeom>
          <a:solidFill>
            <a:srgbClr val="F6D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006840" y="1645920"/>
            <a:ext cx="731520" cy="73152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a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828800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921240" y="169164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31111"/>
                </a:solidFill>
                <a:latin typeface="Poppins"/>
              </a:rPr>
              <a:t>Our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514600"/>
            <a:ext cx="69951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Poppins"/>
              </a:rPr>
              <a:t>Indradhanu turns live rain, river and terrain data plus citizen, crew, CCTV and offline-mesh reports into explained ward-level alerts, and sends the right unit on a road that is still open.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03920" y="2788920"/>
            <a:ext cx="228600" cy="0"/>
          </a:xfrm>
          <a:prstGeom prst="line">
            <a:avLst/>
          </a:prstGeom>
          <a:ln w="31750">
            <a:solidFill>
              <a:srgbClr val="A3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4434840"/>
            <a:ext cx="3611880" cy="283464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88720" y="4617720"/>
            <a:ext cx="731520" cy="73152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FaCloudShowersHe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4800600"/>
            <a:ext cx="365760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88720" y="544068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A31111"/>
                </a:solidFill>
                <a:latin typeface="Poppins"/>
              </a:rPr>
              <a:t>Any hazard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6080760"/>
            <a:ext cx="31546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A4A4A"/>
                </a:solidFill>
                <a:latin typeface="Poppins"/>
              </a:rPr>
              <a:t>Flood first; heat, fire, air and seismic adapters built 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4434840"/>
            <a:ext cx="3611880" cy="283464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074920" y="4617720"/>
            <a:ext cx="731520" cy="73152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FaMapMarked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4800600"/>
            <a:ext cx="36576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74920" y="544068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A31111"/>
                </a:solidFill>
                <a:latin typeface="Poppins"/>
              </a:rPr>
              <a:t>Any district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6080760"/>
            <a:ext cx="31546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A4A4A"/>
                </a:solidFill>
                <a:latin typeface="Poppins"/>
              </a:rPr>
              <a:t>Live in Pune (16 wards) and Ghaziabad (14 wards)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4434840"/>
            <a:ext cx="3611880" cy="283464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961120" y="4617720"/>
            <a:ext cx="731520" cy="73152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FaBroadcastTow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4800600"/>
            <a:ext cx="365760" cy="3657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61120" y="544068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A31111"/>
                </a:solidFill>
                <a:latin typeface="Poppins"/>
              </a:rPr>
              <a:t>6 channels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6080760"/>
            <a:ext cx="31546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A4A4A"/>
                </a:solidFill>
                <a:latin typeface="Poppins"/>
              </a:rPr>
              <a:t>App, crew, agency API, sensors/VLM, mesh, simulator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573000" y="4434840"/>
            <a:ext cx="3611880" cy="283464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2847320" y="4617720"/>
            <a:ext cx="731520" cy="73152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FaRedoAl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30200" y="4800600"/>
            <a:ext cx="365760" cy="36576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847320" y="544068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A31111"/>
                </a:solidFill>
                <a:latin typeface="Poppins"/>
              </a:rPr>
              <a:t>Seconds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47320" y="6080760"/>
            <a:ext cx="31546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A4A4A"/>
                </a:solidFill>
                <a:latin typeface="Poppins"/>
              </a:rPr>
              <a:t>to re-plan after any report, road block or unit 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7543800"/>
            <a:ext cx="95097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A31111"/>
                </a:solidFill>
                <a:latin typeface="Poppins"/>
              </a:rPr>
              <a:t>Built for: </a:t>
            </a:r>
            <a:r>
              <a:rPr sz="1800" b="0" i="0">
                <a:solidFill>
                  <a:srgbClr val="4A4A4A"/>
                </a:solidFill>
                <a:latin typeface="Poppins"/>
              </a:rPr>
              <a:t>Local Disaster Warning &amp; Response Coordination — connect flood warnings with affected settlements and road accessibility, explain every alert, and prioritise response.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81800" y="0"/>
            <a:ext cx="5044440" cy="1274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70" dirty="0"/>
              <a:t>IDEA</a:t>
            </a:r>
            <a:r>
              <a:rPr spc="-894" dirty="0"/>
              <a:t> </a:t>
            </a:r>
            <a:r>
              <a:rPr spc="-180" dirty="0"/>
              <a:t>TITLE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2468880"/>
            <a:ext cx="15453359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 dirty="0">
                <a:solidFill>
                  <a:srgbClr val="A31111"/>
                </a:solidFill>
                <a:latin typeface="Poppins"/>
              </a:rPr>
              <a:t>Indradhanu: </a:t>
            </a:r>
            <a:r>
              <a:rPr lang="en-IN" sz="2600" b="1" i="0" dirty="0">
                <a:solidFill>
                  <a:srgbClr val="1F1F1F"/>
                </a:solidFill>
                <a:latin typeface="Poppins"/>
              </a:rPr>
              <a:t>Offline Disaster Management and Agentic Resource Orchestration</a:t>
            </a:r>
            <a:endParaRPr sz="2600" b="1" i="0" dirty="0">
              <a:solidFill>
                <a:srgbClr val="1F1F1F"/>
              </a:solidFill>
              <a:latin typeface="Poppin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2057400" y="3429000"/>
            <a:ext cx="914400" cy="91440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Mobile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65760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88720" y="44348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A31111"/>
                </a:solidFill>
                <a:latin typeface="Poppins"/>
              </a:rPr>
              <a:t>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8920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A4A4A"/>
                </a:solidFill>
                <a:latin typeface="Poppins"/>
              </a:rPr>
              <a:t>citizen, crew, camera, mesh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54680" y="3886200"/>
            <a:ext cx="1828800" cy="0"/>
          </a:xfrm>
          <a:prstGeom prst="line">
            <a:avLst/>
          </a:prstGeom>
          <a:ln w="31750">
            <a:solidFill>
              <a:srgbClr val="A3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66360" y="3429000"/>
            <a:ext cx="914400" cy="91440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Shield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657600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97680" y="44348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A31111"/>
                </a:solidFill>
                <a:latin typeface="Poppin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8920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A4A4A"/>
                </a:solidFill>
                <a:latin typeface="Poppins"/>
              </a:rPr>
              <a:t>trust score + clustering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63640" y="3886200"/>
            <a:ext cx="1828800" cy="0"/>
          </a:xfrm>
          <a:prstGeom prst="line">
            <a:avLst/>
          </a:prstGeom>
          <a:ln w="31750">
            <a:solidFill>
              <a:srgbClr val="A3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275319" y="3429000"/>
            <a:ext cx="914400" cy="91440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List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19" y="3657600"/>
            <a:ext cx="457200" cy="457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06640" y="44348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A31111"/>
                </a:solidFill>
                <a:latin typeface="Poppins"/>
              </a:rPr>
              <a:t>Prioritise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8920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A4A4A"/>
                </a:solidFill>
                <a:latin typeface="Poppins"/>
              </a:rPr>
              <a:t>ward risk × severity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72600" y="3886200"/>
            <a:ext cx="1828800" cy="0"/>
          </a:xfrm>
          <a:prstGeom prst="line">
            <a:avLst/>
          </a:prstGeom>
          <a:ln w="31750">
            <a:solidFill>
              <a:srgbClr val="A3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1384280" y="3429000"/>
            <a:ext cx="914400" cy="91440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aRou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12880" y="3657600"/>
            <a:ext cx="457200" cy="457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515600" y="44348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A31111"/>
                </a:solidFill>
                <a:latin typeface="Poppins"/>
              </a:rPr>
              <a:t>Route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8920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A4A4A"/>
                </a:solidFill>
                <a:latin typeface="Poppins"/>
              </a:rPr>
              <a:t>CP-SAT on open roads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481560" y="3886200"/>
            <a:ext cx="1828800" cy="0"/>
          </a:xfrm>
          <a:prstGeom prst="line">
            <a:avLst/>
          </a:prstGeom>
          <a:ln w="31750">
            <a:solidFill>
              <a:srgbClr val="A3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4493240" y="3429000"/>
            <a:ext cx="914400" cy="91440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aRedoA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21840" y="3657600"/>
            <a:ext cx="457200" cy="457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624560" y="44348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A31111"/>
                </a:solidFill>
                <a:latin typeface="Poppins"/>
              </a:rPr>
              <a:t>Re-plan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624560" y="48920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A4A4A"/>
                </a:solidFill>
                <a:latin typeface="Poppins"/>
              </a:rPr>
              <a:t>on every change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577840"/>
            <a:ext cx="4892040" cy="169164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88720" y="5806440"/>
            <a:ext cx="640080" cy="64008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FaExclamationTriang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8740" y="5966459"/>
            <a:ext cx="320040" cy="3200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011680" y="580644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WARN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6537960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F1F1F"/>
                </a:solidFill>
                <a:latin typeface="Poppins"/>
              </a:rPr>
              <a:t>Ward flood risk with evidence and confidence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60" y="5577840"/>
            <a:ext cx="4892040" cy="1691640"/>
          </a:xfrm>
          <a:prstGeom prst="roundRect">
            <a:avLst>
              <a:gd name="adj" fmla="val 8000"/>
            </a:avLst>
          </a:prstGeom>
          <a:solidFill>
            <a:srgbClr val="F6D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355080" y="5806440"/>
            <a:ext cx="640080" cy="64008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FaUserShie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5966459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178040" y="580644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VERIFY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6537960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F1F1F"/>
                </a:solidFill>
                <a:latin typeface="Poppins"/>
              </a:rPr>
              <a:t>Trust-scored reports; fakes quarantined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247120" y="5577840"/>
            <a:ext cx="4892040" cy="169164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1521440" y="5806440"/>
            <a:ext cx="640080" cy="64008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FaTru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81460" y="5966459"/>
            <a:ext cx="320040" cy="3200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2344400" y="580644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21440" y="6537960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F1F1F"/>
                </a:solidFill>
                <a:latin typeface="Poppins"/>
              </a:rPr>
              <a:t>Nearest right unit, open road, officer sign-off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7589520"/>
            <a:ext cx="95097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A31111"/>
                </a:solidFill>
                <a:latin typeface="Poppins"/>
              </a:rPr>
              <a:t>One shared picture </a:t>
            </a:r>
            <a:r>
              <a:rPr sz="1800" b="0" i="0">
                <a:solidFill>
                  <a:srgbClr val="4A4A4A"/>
                </a:solidFill>
                <a:latin typeface="Poppins"/>
              </a:rPr>
              <a:t>for the control room, citizens and field crews — command wall, live map, approvals, safe routes.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90800" y="-231620"/>
            <a:ext cx="13393072" cy="1477645"/>
          </a:xfrm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1383665">
              <a:lnSpc>
                <a:spcPct val="100000"/>
              </a:lnSpc>
              <a:spcBef>
                <a:spcPts val="90"/>
              </a:spcBef>
            </a:pPr>
            <a:r>
              <a:rPr spc="-150" dirty="0"/>
              <a:t>TECHNICAL</a:t>
            </a:r>
            <a:r>
              <a:rPr spc="-85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pic>
        <p:nvPicPr>
          <p:cNvPr id="13" name="Picture 12" descr="userimg.png"/>
          <p:cNvPicPr>
            <a:picLocks noChangeAspect="1"/>
          </p:cNvPicPr>
          <p:nvPr/>
        </p:nvPicPr>
        <p:blipFill>
          <a:blip r:embed="rId4"/>
          <a:srcRect l="1935" t="9422" r="1893"/>
          <a:stretch>
            <a:fillRect/>
          </a:stretch>
        </p:blipFill>
        <p:spPr>
          <a:xfrm>
            <a:off x="138844" y="1499789"/>
            <a:ext cx="11428316" cy="647880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1750040" y="1463040"/>
            <a:ext cx="4572000" cy="585216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024360" y="16002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A31111"/>
                </a:solidFill>
                <a:latin typeface="Poppins"/>
              </a:rPr>
              <a:t>Tech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24360" y="21945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A4A4A"/>
                </a:solidFill>
                <a:latin typeface="Poppins"/>
              </a:rPr>
              <a:t>Backend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24360" y="2578608"/>
            <a:ext cx="99212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FastAPI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07924" y="2578608"/>
            <a:ext cx="99212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asyncpg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91488" y="2578608"/>
            <a:ext cx="88696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Render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24360" y="314553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A4A4A"/>
                </a:solidFill>
                <a:latin typeface="Poppins"/>
              </a:rPr>
              <a:t>AI &amp;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24360" y="3529584"/>
            <a:ext cx="120243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LangGraph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318236" y="3529584"/>
            <a:ext cx="88696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CP-SAT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296644" y="3529584"/>
            <a:ext cx="78181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XLM-R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169896" y="3529584"/>
            <a:ext cx="88696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Gemini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24360" y="4096511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A4A4A"/>
                </a:solidFill>
                <a:latin typeface="Poppins"/>
              </a:rPr>
              <a:t>Data &amp; maps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24360" y="4480559"/>
            <a:ext cx="99212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PostGIS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107924" y="4480559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Supabase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296644" y="4480559"/>
            <a:ext cx="88696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Mapbox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275052" y="4480559"/>
            <a:ext cx="67665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OSRM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24360" y="504748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A4A4A"/>
                </a:solidFill>
                <a:latin typeface="Poppins"/>
              </a:rPr>
              <a:t>Hazard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024360" y="5431536"/>
            <a:ext cx="13075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Open-Meteo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423392" y="5431536"/>
            <a:ext cx="88696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GloFAS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24360" y="599846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A4A4A"/>
                </a:solidFill>
                <a:latin typeface="Poppins"/>
              </a:rPr>
              <a:t>Edge &amp; 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024360" y="6382512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BLE mesh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13080" y="6382512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YOLO+VLM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401800" y="6382512"/>
            <a:ext cx="78181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A31111"/>
                </a:solidFill>
                <a:latin typeface="Poppins"/>
              </a:rPr>
              <a:t>React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8001000"/>
            <a:ext cx="9509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A31111"/>
                </a:solidFill>
                <a:latin typeface="Poppins"/>
              </a:rPr>
              <a:t>Decision loop — runs again the moment anything changes</a:t>
            </a:r>
          </a:p>
        </p:txBody>
      </p:sp>
      <p:sp>
        <p:nvSpPr>
          <p:cNvPr id="38" name="Pentagon 37"/>
          <p:cNvSpPr/>
          <p:nvPr/>
        </p:nvSpPr>
        <p:spPr>
          <a:xfrm>
            <a:off x="4937760" y="8503920"/>
            <a:ext cx="1298448" cy="731520"/>
          </a:xfrm>
          <a:prstGeom prst="homePlat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Ingest</a:t>
            </a:r>
          </a:p>
        </p:txBody>
      </p:sp>
      <p:sp>
        <p:nvSpPr>
          <p:cNvPr id="39" name="Chevron 38"/>
          <p:cNvSpPr/>
          <p:nvPr/>
        </p:nvSpPr>
        <p:spPr>
          <a:xfrm>
            <a:off x="6309360" y="8503920"/>
            <a:ext cx="1298448" cy="731520"/>
          </a:xfrm>
          <a:prstGeom prst="chevron">
            <a:avLst/>
          </a:prstGeom>
          <a:solidFill>
            <a:srgbClr val="C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Verify</a:t>
            </a:r>
          </a:p>
        </p:txBody>
      </p:sp>
      <p:sp>
        <p:nvSpPr>
          <p:cNvPr id="40" name="Chevron 39"/>
          <p:cNvSpPr/>
          <p:nvPr/>
        </p:nvSpPr>
        <p:spPr>
          <a:xfrm>
            <a:off x="7680960" y="8503920"/>
            <a:ext cx="1298448" cy="731520"/>
          </a:xfrm>
          <a:prstGeom prst="chevron">
            <a:avLst/>
          </a:prstGeom>
          <a:solidFill>
            <a:srgbClr val="C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Score</a:t>
            </a:r>
          </a:p>
        </p:txBody>
      </p:sp>
      <p:sp>
        <p:nvSpPr>
          <p:cNvPr id="41" name="Chevron 40"/>
          <p:cNvSpPr/>
          <p:nvPr/>
        </p:nvSpPr>
        <p:spPr>
          <a:xfrm>
            <a:off x="9052560" y="8503920"/>
            <a:ext cx="1298448" cy="731520"/>
          </a:xfrm>
          <a:prstGeom prst="chevron">
            <a:avLst/>
          </a:prstGeom>
          <a:solidFill>
            <a:srgbClr val="C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Gate</a:t>
            </a:r>
          </a:p>
        </p:txBody>
      </p:sp>
      <p:sp>
        <p:nvSpPr>
          <p:cNvPr id="42" name="Chevron 41"/>
          <p:cNvSpPr/>
          <p:nvPr/>
        </p:nvSpPr>
        <p:spPr>
          <a:xfrm>
            <a:off x="10424160" y="8503920"/>
            <a:ext cx="1298448" cy="731520"/>
          </a:xfrm>
          <a:prstGeom prst="chevron">
            <a:avLst/>
          </a:prstGeom>
          <a:solidFill>
            <a:srgbClr val="C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Solve</a:t>
            </a:r>
          </a:p>
        </p:txBody>
      </p:sp>
      <p:sp>
        <p:nvSpPr>
          <p:cNvPr id="43" name="Chevron 42"/>
          <p:cNvSpPr/>
          <p:nvPr/>
        </p:nvSpPr>
        <p:spPr>
          <a:xfrm>
            <a:off x="11795760" y="8503920"/>
            <a:ext cx="1298448" cy="731520"/>
          </a:xfrm>
          <a:prstGeom prst="chevron">
            <a:avLst/>
          </a:prstGeom>
          <a:solidFill>
            <a:srgbClr val="C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Send</a:t>
            </a:r>
          </a:p>
        </p:txBody>
      </p:sp>
      <p:sp>
        <p:nvSpPr>
          <p:cNvPr id="44" name="Chevron 43"/>
          <p:cNvSpPr/>
          <p:nvPr/>
        </p:nvSpPr>
        <p:spPr>
          <a:xfrm>
            <a:off x="13167360" y="8503920"/>
            <a:ext cx="1298448" cy="731520"/>
          </a:xfrm>
          <a:prstGeom prst="chevron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Replan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4" name="object 4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8" name="object 8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3130549" y="-242681"/>
            <a:ext cx="13393072" cy="1477645"/>
          </a:xfrm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327025">
              <a:lnSpc>
                <a:spcPct val="100000"/>
              </a:lnSpc>
              <a:spcBef>
                <a:spcPts val="90"/>
              </a:spcBef>
            </a:pPr>
            <a:r>
              <a:rPr spc="-165" dirty="0"/>
              <a:t>FEASIBILITY</a:t>
            </a:r>
            <a:r>
              <a:rPr spc="-835" dirty="0"/>
              <a:t> </a:t>
            </a:r>
            <a:r>
              <a:rPr dirty="0"/>
              <a:t>AND</a:t>
            </a:r>
            <a:r>
              <a:rPr spc="-830" dirty="0"/>
              <a:t> </a:t>
            </a:r>
            <a:r>
              <a:rPr spc="-75" dirty="0"/>
              <a:t>VIABILITY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246888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Every expected outcome, covered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971800"/>
            <a:ext cx="9692640" cy="54864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24128" y="3063240"/>
            <a:ext cx="365760" cy="36576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154680"/>
            <a:ext cx="182880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54480" y="3138398"/>
            <a:ext cx="35661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400" b="1" dirty="0">
                <a:solidFill>
                  <a:srgbClr val="A31111"/>
                </a:solidFill>
                <a:latin typeface="Poppins"/>
              </a:rPr>
              <a:t>Multiple</a:t>
            </a:r>
            <a:r>
              <a:rPr sz="1400" b="1" i="0" dirty="0">
                <a:solidFill>
                  <a:srgbClr val="A31111"/>
                </a:solidFill>
                <a:latin typeface="Poppins"/>
              </a:rPr>
              <a:t> district, </a:t>
            </a:r>
            <a:r>
              <a:rPr lang="en-IN" sz="1400" b="1" dirty="0">
                <a:solidFill>
                  <a:srgbClr val="A31111"/>
                </a:solidFill>
                <a:latin typeface="Poppins"/>
              </a:rPr>
              <a:t>Multiple </a:t>
            </a:r>
            <a:r>
              <a:rPr sz="1400" b="1" i="0" dirty="0">
                <a:solidFill>
                  <a:srgbClr val="A31111"/>
                </a:solidFill>
                <a:latin typeface="Poppins"/>
              </a:rPr>
              <a:t>hazard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971800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Poppins"/>
              </a:rPr>
              <a:t>Pune, flood — plus a live Ghaziabad region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593592"/>
            <a:ext cx="96926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24128" y="3685032"/>
            <a:ext cx="365760" cy="36576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776472"/>
            <a:ext cx="182880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54480" y="359359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Rainfall &amp; terrain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593592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Poppins"/>
              </a:rPr>
              <a:t>Open-Meteo rain, GloFAS river, elevation, 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215384"/>
            <a:ext cx="9692640" cy="54864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24128" y="4306824"/>
            <a:ext cx="365760" cy="36576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Fa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398264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54480" y="4215384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Settlements &amp; road closures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4215384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Poppins"/>
              </a:rPr>
              <a:t>Population at risk per ward; blocked roads removed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837176"/>
            <a:ext cx="96926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24128" y="4928616"/>
            <a:ext cx="365760" cy="36576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a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020055"/>
            <a:ext cx="182880" cy="1828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54480" y="4837176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Priorities update 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4837176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Poppins"/>
              </a:rPr>
              <a:t>Event-driven re-plan; officer approves severity ≥ 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458968"/>
            <a:ext cx="9692640" cy="54864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24128" y="5550408"/>
            <a:ext cx="365760" cy="36576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Fa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641848"/>
            <a:ext cx="182880" cy="1828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554480" y="545896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Evidence &amp; confidence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60" y="5458968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Poppins"/>
              </a:rPr>
              <a:t>Drivers, contribution %, lead time, confidence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6080760"/>
            <a:ext cx="96926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24128" y="6172200"/>
            <a:ext cx="365760" cy="36576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Fa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6263640"/>
            <a:ext cx="182880" cy="1828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554480" y="608076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False alerts &amp; route validity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6080760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Poppins"/>
              </a:rPr>
              <a:t>Trust quarantine + scripted disruption tests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6702552"/>
            <a:ext cx="9692640" cy="54864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24128" y="6793992"/>
            <a:ext cx="365760" cy="36576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Fa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6885431"/>
            <a:ext cx="182880" cy="1828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554480" y="670255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Replay clearly labelled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66360" y="6702552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Poppins"/>
              </a:rPr>
              <a:t>Runs stored as live | replay with original date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0" y="2468880"/>
            <a:ext cx="5349240" cy="484632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247120" y="26060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A31111"/>
                </a:solidFill>
                <a:latin typeface="Poppins"/>
              </a:rPr>
              <a:t>Measured on the live system</a:t>
            </a:r>
          </a:p>
        </p:txBody>
      </p:sp>
      <p:graphicFrame>
        <p:nvGraphicFramePr>
          <p:cNvPr id="51" name="Chart 50"/>
          <p:cNvGraphicFramePr>
            <a:graphicFrameLocks noGrp="1"/>
          </p:cNvGraphicFramePr>
          <p:nvPr/>
        </p:nvGraphicFramePr>
        <p:xfrm>
          <a:off x="11064240" y="3017520"/>
          <a:ext cx="28346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13898880" y="3200400"/>
            <a:ext cx="23317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362 </a:t>
            </a:r>
            <a:r>
              <a:rPr sz="1300" b="0" i="0">
                <a:solidFill>
                  <a:srgbClr val="1F1F1F"/>
                </a:solidFill>
                <a:latin typeface="Poppins"/>
              </a:rPr>
              <a:t>reports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E7D32"/>
                </a:solidFill>
                <a:latin typeface="Poppins"/>
              </a:rPr>
              <a:t>■ </a:t>
            </a:r>
            <a:r>
              <a:rPr sz="1300" b="0" i="0">
                <a:solidFill>
                  <a:srgbClr val="1F1F1F"/>
                </a:solidFill>
                <a:latin typeface="Poppins"/>
              </a:rPr>
              <a:t>86 auto-confirmed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E8A33D"/>
                </a:solidFill>
                <a:latin typeface="Poppins"/>
              </a:rPr>
              <a:t>■ </a:t>
            </a:r>
            <a:r>
              <a:rPr sz="1300" b="0" i="0">
                <a:solidFill>
                  <a:srgbClr val="1F1F1F"/>
                </a:solidFill>
                <a:latin typeface="Poppins"/>
              </a:rPr>
              <a:t>266 corroborating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31111"/>
                </a:solidFill>
                <a:latin typeface="Poppins"/>
              </a:rPr>
              <a:t>■ </a:t>
            </a:r>
            <a:r>
              <a:rPr sz="1300" b="0" i="0">
                <a:solidFill>
                  <a:srgbClr val="1F1F1F"/>
                </a:solidFill>
                <a:latin typeface="Poppins"/>
              </a:rPr>
              <a:t>10 quarantined (2.8%)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5669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A31111"/>
                </a:solidFill>
                <a:latin typeface="Poppins"/>
              </a:rPr>
              <a:t>384/384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30936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A4A4A"/>
                </a:solidFill>
                <a:latin typeface="Poppins"/>
              </a:rPr>
              <a:t>routes on real roads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761720" y="5669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A31111"/>
                </a:solidFill>
                <a:latin typeface="Poppins"/>
              </a:rPr>
              <a:t>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761720" y="630936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A4A4A"/>
                </a:solidFill>
                <a:latin typeface="Poppins"/>
              </a:rPr>
              <a:t>road blocks avoided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37760" y="7589520"/>
            <a:ext cx="95097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A31111"/>
                </a:solidFill>
                <a:latin typeface="Poppins"/>
              </a:rPr>
              <a:t>Viable: </a:t>
            </a:r>
            <a:r>
              <a:rPr sz="1700" b="0" i="0">
                <a:solidFill>
                  <a:srgbClr val="4A4A4A"/>
                </a:solidFill>
                <a:latin typeface="Poppins"/>
              </a:rPr>
              <a:t>runs on free tiers today; production moves the LLM on-prem (vLLM). Works offline over the mesh.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1">
                <a:solidFill>
                  <a:srgbClr val="4A4A4A"/>
                </a:solidFill>
                <a:latin typeface="Poppins"/>
              </a:rPr>
              <a:t>Live database figures, 29 Sep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01559" y="23352"/>
            <a:ext cx="13393072" cy="147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18590">
              <a:lnSpc>
                <a:spcPct val="100000"/>
              </a:lnSpc>
              <a:spcBef>
                <a:spcPts val="90"/>
              </a:spcBef>
            </a:pPr>
            <a:r>
              <a:rPr spc="-95" dirty="0"/>
              <a:t>IMPACT</a:t>
            </a:r>
            <a:r>
              <a:rPr spc="-840" dirty="0"/>
              <a:t> </a:t>
            </a:r>
            <a:r>
              <a:rPr dirty="0"/>
              <a:t>AND</a:t>
            </a:r>
            <a:r>
              <a:rPr spc="-840" dirty="0"/>
              <a:t> </a:t>
            </a:r>
            <a:r>
              <a:rPr spc="-55" dirty="0"/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14400" y="1508760"/>
            <a:ext cx="4892040" cy="269748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8720" y="1783080"/>
            <a:ext cx="777240" cy="77724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030" y="1977390"/>
            <a:ext cx="388620" cy="3886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48840" y="1783080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Faster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743200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1F1F1F"/>
                </a:solidFill>
                <a:latin typeface="Poppins"/>
              </a:rPr>
              <a:t>Units tasked seconds after a report is corroborated, not after phone calls.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508760"/>
            <a:ext cx="4892040" cy="2697480"/>
          </a:xfrm>
          <a:prstGeom prst="roundRect">
            <a:avLst>
              <a:gd name="adj" fmla="val 8000"/>
            </a:avLst>
          </a:prstGeom>
          <a:solidFill>
            <a:srgbClr val="F6D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55080" y="1783080"/>
            <a:ext cx="777240" cy="77724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Balance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390" y="1977390"/>
            <a:ext cx="388620" cy="3886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1783080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No double-dispatch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743200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1F1F1F"/>
                </a:solidFill>
                <a:latin typeface="Poppins"/>
              </a:rPr>
              <a:t>One incident per street, one plan for the city — no two boats on one lane.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247120" y="1508760"/>
            <a:ext cx="4892040" cy="269748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521440" y="1783080"/>
            <a:ext cx="777240" cy="77724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Rou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15750" y="1977390"/>
            <a:ext cx="388620" cy="3886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481560" y="1783080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Routes that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2743200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1F1F1F"/>
                </a:solidFill>
                <a:latin typeface="Poppins"/>
              </a:rPr>
              <a:t>Nobody is sent down a road already reported blocked.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434840"/>
            <a:ext cx="4892040" cy="2697480"/>
          </a:xfrm>
          <a:prstGeom prst="roundRect">
            <a:avLst>
              <a:gd name="adj" fmla="val 8000"/>
            </a:avLst>
          </a:prstGeom>
          <a:solidFill>
            <a:srgbClr val="F6D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88720" y="4709159"/>
            <a:ext cx="777240" cy="77724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aBroadcastTow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3030" y="4903470"/>
            <a:ext cx="388620" cy="3886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148840" y="4709159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Works offline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79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1F1F1F"/>
                </a:solidFill>
                <a:latin typeface="Poppins"/>
              </a:rPr>
              <a:t>Bluetooth mesh carries SOS and camera reports until one phone finds signal.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4434840"/>
            <a:ext cx="4892040" cy="269748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355080" y="4709159"/>
            <a:ext cx="777240" cy="77724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a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9390" y="4903470"/>
            <a:ext cx="388620" cy="3886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15200" y="4709159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Explainable alerts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669279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1F1F1F"/>
                </a:solidFill>
                <a:latin typeface="Poppins"/>
              </a:rPr>
              <a:t>Every alert shows why: rain, river, terrain, history — and a confidence.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47120" y="4434840"/>
            <a:ext cx="4892040" cy="2697480"/>
          </a:xfrm>
          <a:prstGeom prst="roundRect">
            <a:avLst>
              <a:gd name="adj" fmla="val 8000"/>
            </a:avLst>
          </a:prstGeom>
          <a:solidFill>
            <a:srgbClr val="F6D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521440" y="4709159"/>
            <a:ext cx="777240" cy="77724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FaHist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15750" y="4903470"/>
            <a:ext cx="388620" cy="3886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2481560" y="4709159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Fully auditable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5669279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1F1F1F"/>
                </a:solidFill>
                <a:latin typeface="Poppins"/>
              </a:rPr>
              <a:t>Append-only event log; every decision can be replayed afterwards.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7589520"/>
            <a:ext cx="95097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A31111"/>
                </a:solidFill>
                <a:latin typeface="Poppins"/>
              </a:rPr>
              <a:t>Who benefits: </a:t>
            </a:r>
            <a:r>
              <a:rPr sz="1700" b="0" i="0">
                <a:solidFill>
                  <a:srgbClr val="4A4A4A"/>
                </a:solidFill>
                <a:latin typeface="Poppins"/>
              </a:rPr>
              <a:t>control rooms and ward officers · NDRF, SDRF, fire and 108 EMS crews · residents of low-lying settlements · relief camps and hospitals.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11717" y="-71676"/>
            <a:ext cx="14773737" cy="1140056"/>
          </a:xfrm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sz="6000" spc="-105" dirty="0"/>
              <a:t>RESEARCH</a:t>
            </a:r>
            <a:r>
              <a:rPr sz="6000" spc="-825" dirty="0"/>
              <a:t> </a:t>
            </a:r>
            <a:r>
              <a:rPr sz="6000" dirty="0"/>
              <a:t>AND</a:t>
            </a:r>
            <a:r>
              <a:rPr sz="6000" spc="-819" dirty="0"/>
              <a:t> </a:t>
            </a:r>
            <a:r>
              <a:rPr sz="6000" spc="-50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9" y="120540"/>
            <a:ext cx="2253494" cy="64284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151817" cy="54335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14400" y="1371600"/>
            <a:ext cx="7589520" cy="594360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8720" y="1554480"/>
            <a:ext cx="640080" cy="64008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CloudShowersHe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740" y="1714500"/>
            <a:ext cx="320040" cy="320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11680" y="1554480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Disaster management &amp;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37744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1. </a:t>
            </a:r>
            <a:r>
              <a:rPr sz="1400" b="1" i="0">
                <a:solidFill>
                  <a:srgbClr val="1F1F1F"/>
                </a:solidFill>
                <a:latin typeface="Poppins"/>
              </a:rPr>
              <a:t>NDMA — Guidelines: Management of Urban Flooding (2010)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706624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sng">
                <a:solidFill>
                  <a:srgbClr val="1A4FA3"/>
                </a:solidFill>
                <a:latin typeface="Poppins"/>
                <a:hlinkClick r:id="rId5"/>
              </a:rPr>
              <a:t>sdma.goa.gov.in (NDMA text)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081528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2. </a:t>
            </a:r>
            <a:r>
              <a:rPr sz="1400" b="1" i="0">
                <a:solidFill>
                  <a:srgbClr val="1F1F1F"/>
                </a:solidFill>
                <a:latin typeface="Poppins"/>
              </a:rPr>
              <a:t>UNDRR — Sendai Framework for DRR 2015–2030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10712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sng">
                <a:solidFill>
                  <a:srgbClr val="1A4FA3"/>
                </a:solidFill>
                <a:latin typeface="Poppins"/>
                <a:hlinkClick r:id="rId6"/>
              </a:rPr>
              <a:t>undrr.org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785616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3. </a:t>
            </a:r>
            <a:r>
              <a:rPr sz="1400" b="1" i="0">
                <a:solidFill>
                  <a:srgbClr val="1F1F1F"/>
                </a:solidFill>
                <a:latin typeface="Poppins"/>
              </a:rPr>
              <a:t>Copernicus GloFAS — Global Flood Awareness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11480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sng">
                <a:solidFill>
                  <a:srgbClr val="1A4FA3"/>
                </a:solidFill>
                <a:latin typeface="Poppins"/>
                <a:hlinkClick r:id="rId7"/>
              </a:rPr>
              <a:t>global-flood.emergency.copernicus.eu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489704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4. </a:t>
            </a:r>
            <a:r>
              <a:rPr sz="1400" b="1" i="0">
                <a:solidFill>
                  <a:srgbClr val="1F1F1F"/>
                </a:solidFill>
                <a:latin typeface="Poppins"/>
              </a:rPr>
              <a:t>Open-Meteo — Flood (river discharge)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18888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sng">
                <a:solidFill>
                  <a:srgbClr val="1A4FA3"/>
                </a:solidFill>
                <a:latin typeface="Poppins"/>
                <a:hlinkClick r:id="rId8"/>
              </a:rPr>
              <a:t>open-meteo.com/en/docs/flood-api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193792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5. </a:t>
            </a:r>
            <a:r>
              <a:rPr sz="1400" b="1" i="0">
                <a:solidFill>
                  <a:srgbClr val="1F1F1F"/>
                </a:solidFill>
                <a:latin typeface="Poppins"/>
              </a:rPr>
              <a:t>IMD — India Meteorological Department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522976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sng">
                <a:solidFill>
                  <a:srgbClr val="1A4FA3"/>
                </a:solidFill>
                <a:latin typeface="Poppins"/>
                <a:hlinkClick r:id="rId9"/>
              </a:rPr>
              <a:t>mausam.imd.gov.in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89788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6. </a:t>
            </a:r>
            <a:r>
              <a:rPr sz="1400" b="1" i="0">
                <a:solidFill>
                  <a:srgbClr val="1F1F1F"/>
                </a:solidFill>
                <a:latin typeface="Poppins"/>
              </a:rPr>
              <a:t>2019 Pune flood (case study)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6227064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sng">
                <a:solidFill>
                  <a:srgbClr val="1A4FA3"/>
                </a:solidFill>
                <a:latin typeface="Poppins"/>
                <a:hlinkClick r:id="rId10"/>
              </a:rPr>
              <a:t>en.wikipedia.org/wiki/2019_Pune_flood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6601968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7. </a:t>
            </a:r>
            <a:r>
              <a:rPr sz="1400" b="1" i="0">
                <a:solidFill>
                  <a:srgbClr val="1F1F1F"/>
                </a:solidFill>
                <a:latin typeface="Poppins"/>
              </a:rPr>
              <a:t>Hindon flood, Ghaziabad — Sphere India SitRep (Jul 2023)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6931152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sng">
                <a:solidFill>
                  <a:srgbClr val="1A4FA3"/>
                </a:solidFill>
                <a:latin typeface="Poppins"/>
                <a:hlinkClick r:id="rId11"/>
              </a:rPr>
              <a:t>sphereindia.org.in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1371600"/>
            <a:ext cx="7589520" cy="594360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006840" y="1554480"/>
            <a:ext cx="640080" cy="64008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FaCog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6860" y="1714500"/>
            <a:ext cx="320040" cy="3200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829800" y="1554480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Methods &amp; tools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237744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1. </a:t>
            </a:r>
            <a:r>
              <a:rPr sz="1400" b="1" i="0">
                <a:solidFill>
                  <a:srgbClr val="1F1F1F"/>
                </a:solidFill>
                <a:latin typeface="Poppins"/>
              </a:rPr>
              <a:t>Google OR-Tools — CP-SAT solver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2706624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sng">
                <a:solidFill>
                  <a:srgbClr val="1A4FA3"/>
                </a:solidFill>
                <a:latin typeface="Poppins"/>
                <a:hlinkClick r:id="rId13"/>
              </a:rPr>
              <a:t>developers.google.com/optimization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081528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2. </a:t>
            </a:r>
            <a:r>
              <a:rPr sz="1400" b="1" i="0">
                <a:solidFill>
                  <a:srgbClr val="1F1F1F"/>
                </a:solidFill>
                <a:latin typeface="Poppins"/>
              </a:rPr>
              <a:t>LangGraph — stateful agent graphs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410712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sng">
                <a:solidFill>
                  <a:srgbClr val="1A4FA3"/>
                </a:solidFill>
                <a:latin typeface="Poppins"/>
                <a:hlinkClick r:id="rId14"/>
              </a:rPr>
              <a:t>langchain-ai.github.io/langgraph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3785616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3. </a:t>
            </a:r>
            <a:r>
              <a:rPr sz="1400" b="1" i="0">
                <a:solidFill>
                  <a:srgbClr val="1F1F1F"/>
                </a:solidFill>
                <a:latin typeface="Poppins"/>
              </a:rPr>
              <a:t>Conneau et al. (2020) — XLM-R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11480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sng">
                <a:solidFill>
                  <a:srgbClr val="1A4FA3"/>
                </a:solidFill>
                <a:latin typeface="Poppins"/>
                <a:hlinkClick r:id="rId15"/>
              </a:rPr>
              <a:t>arxiv.org/abs/1911.02116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489704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4. </a:t>
            </a:r>
            <a:r>
              <a:rPr sz="1400" b="1" i="0">
                <a:solidFill>
                  <a:srgbClr val="1F1F1F"/>
                </a:solidFill>
                <a:latin typeface="Poppins"/>
              </a:rPr>
              <a:t>Mapbox Matrix API — travel times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818888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sng">
                <a:solidFill>
                  <a:srgbClr val="1A4FA3"/>
                </a:solidFill>
                <a:latin typeface="Poppins"/>
                <a:hlinkClick r:id="rId16"/>
              </a:rPr>
              <a:t>docs.mapbox.com/api/navigation/matrix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5193792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5. </a:t>
            </a:r>
            <a:r>
              <a:rPr sz="1400" b="1" i="0">
                <a:solidFill>
                  <a:srgbClr val="1F1F1F"/>
                </a:solidFill>
                <a:latin typeface="Poppins"/>
              </a:rPr>
              <a:t>OSRM — Open Source Routing Machine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522976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sng">
                <a:solidFill>
                  <a:srgbClr val="1A4FA3"/>
                </a:solidFill>
                <a:latin typeface="Poppins"/>
                <a:hlinkClick r:id="rId17"/>
              </a:rPr>
              <a:t>project-osrm.org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589788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6. </a:t>
            </a:r>
            <a:r>
              <a:rPr sz="1400" b="1" i="0">
                <a:solidFill>
                  <a:srgbClr val="1F1F1F"/>
                </a:solidFill>
                <a:latin typeface="Poppins"/>
              </a:rPr>
              <a:t>PostGIS — spatial database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6227064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sng">
                <a:solidFill>
                  <a:srgbClr val="1A4FA3"/>
                </a:solidFill>
                <a:latin typeface="Poppins"/>
                <a:hlinkClick r:id="rId18"/>
              </a:rPr>
              <a:t>postgis.net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6601968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31111"/>
                </a:solidFill>
                <a:latin typeface="Poppins"/>
              </a:rPr>
              <a:t>7. </a:t>
            </a:r>
            <a:r>
              <a:rPr sz="1400" b="1" i="0">
                <a:solidFill>
                  <a:srgbClr val="1F1F1F"/>
                </a:solidFill>
                <a:latin typeface="Poppins"/>
              </a:rPr>
              <a:t>bitchat — Bluetooth mesh messaging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6931152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u="sng">
                <a:solidFill>
                  <a:srgbClr val="1A4FA3"/>
                </a:solidFill>
                <a:latin typeface="Poppins"/>
                <a:hlinkClick r:id="rId19"/>
              </a:rPr>
              <a:t>github.com/permissionlesstech/bitchat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11717" y="-71676"/>
            <a:ext cx="14773737" cy="1140056"/>
          </a:xfrm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sz="6000" spc="-105" dirty="0"/>
              <a:t>DEMO AND LINKS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9" y="120540"/>
            <a:ext cx="2253494" cy="64284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151817" cy="54335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14400" y="1417320"/>
            <a:ext cx="15407640" cy="1691640"/>
          </a:xfrm>
          <a:prstGeom prst="roundRect">
            <a:avLst>
              <a:gd name="adj" fmla="val 8000"/>
            </a:avLst>
          </a:prstGeom>
          <a:solidFill>
            <a:srgbClr val="F6D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34440" y="1783080"/>
            <a:ext cx="960120" cy="96012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Play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470" y="2023110"/>
            <a:ext cx="480060" cy="4800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68880" y="1645920"/>
            <a:ext cx="1362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A31111"/>
                </a:solidFill>
                <a:latin typeface="Poppins"/>
              </a:rPr>
              <a:t>Demo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240280"/>
            <a:ext cx="1362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u="sng">
                <a:solidFill>
                  <a:srgbClr val="1A4FA3"/>
                </a:solidFill>
                <a:latin typeface="Poppins"/>
                <a:hlinkClick r:id="rId5"/>
              </a:rPr>
              <a:t>https://drive.google.com/drive/folders/1E0f-8UN0E90Q-JqiThZmdZ4bCUTLC7C_?usp=sharing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337560"/>
            <a:ext cx="7589520" cy="178308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34440" y="3749039"/>
            <a:ext cx="960120" cy="96012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4470" y="3989070"/>
            <a:ext cx="480060" cy="4800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68880" y="370332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Live console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29768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u="sng">
                <a:solidFill>
                  <a:srgbClr val="1A4FA3"/>
                </a:solidFill>
                <a:latin typeface="Poppins"/>
                <a:hlinkClick r:id="rId7"/>
              </a:rPr>
              <a:t>distro-ruddy.vercel.app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3337560"/>
            <a:ext cx="7589520" cy="178308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052560" y="3749039"/>
            <a:ext cx="960120" cy="96012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MobileA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2590" y="3989070"/>
            <a:ext cx="480060" cy="4800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287000" y="370332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Citizen app (no login)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429768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u="sng">
                <a:solidFill>
                  <a:srgbClr val="1A4FA3"/>
                </a:solidFill>
                <a:latin typeface="Poppins"/>
                <a:hlinkClick r:id="rId9"/>
              </a:rPr>
              <a:t>distro-ruddy.vercel.app/citizen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349240"/>
            <a:ext cx="7589520" cy="178308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34440" y="5760720"/>
            <a:ext cx="960120" cy="96012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aServ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4470" y="6000750"/>
            <a:ext cx="480060" cy="4800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468880" y="571500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Backend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6309359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u="sng">
                <a:solidFill>
                  <a:srgbClr val="1A4FA3"/>
                </a:solidFill>
                <a:latin typeface="Poppins"/>
                <a:hlinkClick r:id="rId11"/>
              </a:rPr>
              <a:t>disruptionops.onrender.com/api/v1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5349240"/>
            <a:ext cx="7589520" cy="178308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052560" y="5760720"/>
            <a:ext cx="960120" cy="960120"/>
          </a:xfrm>
          <a:prstGeom prst="ellipse">
            <a:avLst/>
          </a:prstGeom>
          <a:solidFill>
            <a:srgbClr val="A3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aGithu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2590" y="6000750"/>
            <a:ext cx="480060" cy="4800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287000" y="571500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31111"/>
                </a:solidFill>
                <a:latin typeface="Poppins"/>
              </a:rPr>
              <a:t>GitHub repository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309359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u="sng">
                <a:solidFill>
                  <a:srgbClr val="1A4FA3"/>
                </a:solidFill>
                <a:latin typeface="Poppins"/>
                <a:hlinkClick r:id="rId13"/>
              </a:rPr>
              <a:t>github.com/officialayush23/DisruptionOps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7589520"/>
            <a:ext cx="95097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A31111"/>
                </a:solidFill>
                <a:latin typeface="Poppins"/>
              </a:rPr>
              <a:t>Try it: </a:t>
            </a:r>
            <a:r>
              <a:rPr sz="1700" b="0" i="0">
                <a:solidFill>
                  <a:srgbClr val="4A4A4A"/>
                </a:solidFill>
                <a:latin typeface="Poppins"/>
              </a:rPr>
              <a:t>open the citizen app, file a flood report, and watch it reach the command wall, get a trust score and a unit dispatched on an open road.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925</Words>
  <Application>Microsoft Office PowerPoint</Application>
  <PresentationFormat>Custom</PresentationFormat>
  <Paragraphs>150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MT</vt:lpstr>
      <vt:lpstr>Calibri</vt:lpstr>
      <vt:lpstr>Poppins</vt:lpstr>
      <vt:lpstr>Tahoma</vt:lpstr>
      <vt:lpstr>Office Theme</vt:lpstr>
      <vt:lpstr>Local Disaster Warning &amp; Response Coordination Platform</vt:lpstr>
      <vt:lpstr>ABSTRACT</vt:lpstr>
      <vt:lpstr>IDEA TITLE</vt:lpstr>
      <vt:lpstr>TECHNICAL APPROACH</vt:lpstr>
      <vt:lpstr>FEASIBILITY AND VIABILITY</vt:lpstr>
      <vt:lpstr>IMPACT AND BENEFITS</vt:lpstr>
      <vt:lpstr>RESEARCH AND REFERENCES</vt:lpstr>
      <vt:lpstr>DEMO AND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creator>ANUSKA MISRA</dc:creator>
  <cp:keywords>DAHU36V0dv4,BAGxJYCPDqA</cp:keywords>
  <cp:lastModifiedBy>Ayush Pathak</cp:lastModifiedBy>
  <cp:revision>10</cp:revision>
  <dcterms:created xsi:type="dcterms:W3CDTF">2026-09-13T07:01:52Z</dcterms:created>
  <dcterms:modified xsi:type="dcterms:W3CDTF">2026-09-29T19:01:05Z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2026-09-12T00:00:00Z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2026-09-13T00:00:00Z</vt:filetime>
  </property>
  <property fmtid="{D5CDD505-2E9C-101B-9397-08002B2CF9AE}" pid="6" name="Producer">
    <vt:lpwstr>Canva</vt:lpwstr>
  </property>
</Properties>
</file>